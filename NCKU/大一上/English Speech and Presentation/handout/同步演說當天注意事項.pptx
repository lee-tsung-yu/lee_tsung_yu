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  <p:sldId id="259" r:id="rId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21D46D76-CA5E-4EB4-8359-1E4D3160E6A2}">
          <p14:sldIdLst>
            <p14:sldId id="256"/>
            <p14:sldId id="257"/>
            <p14:sldId id="25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7330" autoAdjust="0"/>
  </p:normalViewPr>
  <p:slideViewPr>
    <p:cSldViewPr>
      <p:cViewPr>
        <p:scale>
          <a:sx n="91" d="100"/>
          <a:sy n="91" d="100"/>
        </p:scale>
        <p:origin x="-1138" y="28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0D3CF-E64F-4D8C-9F5F-F070DE786DAF}" type="datetimeFigureOut">
              <a:rPr lang="zh-TW" altLang="en-US" smtClean="0"/>
              <a:t>2018/12/28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E63E7-B29E-4880-B70F-E0DEFA149BAC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0D3CF-E64F-4D8C-9F5F-F070DE786DAF}" type="datetimeFigureOut">
              <a:rPr lang="zh-TW" altLang="en-US" smtClean="0"/>
              <a:t>2018/12/28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E63E7-B29E-4880-B70F-E0DEFA149B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0D3CF-E64F-4D8C-9F5F-F070DE786DAF}" type="datetimeFigureOut">
              <a:rPr lang="zh-TW" altLang="en-US" smtClean="0"/>
              <a:t>2018/12/28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E63E7-B29E-4880-B70F-E0DEFA149BAC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0D3CF-E64F-4D8C-9F5F-F070DE786DAF}" type="datetimeFigureOut">
              <a:rPr lang="zh-TW" altLang="en-US" smtClean="0"/>
              <a:t>2018/12/28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E63E7-B29E-4880-B70F-E0DEFA149B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0D3CF-E64F-4D8C-9F5F-F070DE786DAF}" type="datetimeFigureOut">
              <a:rPr lang="zh-TW" altLang="en-US" smtClean="0"/>
              <a:t>2018/12/28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E63E7-B29E-4880-B70F-E0DEFA149BAC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0D3CF-E64F-4D8C-9F5F-F070DE786DAF}" type="datetimeFigureOut">
              <a:rPr lang="zh-TW" altLang="en-US" smtClean="0"/>
              <a:t>2018/12/28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E63E7-B29E-4880-B70F-E0DEFA149B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0D3CF-E64F-4D8C-9F5F-F070DE786DAF}" type="datetimeFigureOut">
              <a:rPr lang="zh-TW" altLang="en-US" smtClean="0"/>
              <a:t>2018/12/28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E63E7-B29E-4880-B70F-E0DEFA149B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0D3CF-E64F-4D8C-9F5F-F070DE786DAF}" type="datetimeFigureOut">
              <a:rPr lang="zh-TW" altLang="en-US" smtClean="0"/>
              <a:t>2018/12/28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E63E7-B29E-4880-B70F-E0DEFA149BAC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0D3CF-E64F-4D8C-9F5F-F070DE786DAF}" type="datetimeFigureOut">
              <a:rPr lang="zh-TW" altLang="en-US" smtClean="0"/>
              <a:t>2018/12/28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E63E7-B29E-4880-B70F-E0DEFA149B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0D3CF-E64F-4D8C-9F5F-F070DE786DAF}" type="datetimeFigureOut">
              <a:rPr lang="zh-TW" altLang="en-US" smtClean="0"/>
              <a:t>2018/12/28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E63E7-B29E-4880-B70F-E0DEFA149B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0D3CF-E64F-4D8C-9F5F-F070DE786DAF}" type="datetimeFigureOut">
              <a:rPr lang="zh-TW" altLang="en-US" smtClean="0"/>
              <a:t>2018/12/28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E63E7-B29E-4880-B70F-E0DEFA149B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1220D3CF-E64F-4D8C-9F5F-F070DE786DAF}" type="datetimeFigureOut">
              <a:rPr lang="zh-TW" altLang="en-US" smtClean="0"/>
              <a:t>2018/12/28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A59E63E7-B29E-4880-B70F-E0DEFA149B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Simultaneous speech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1156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990600"/>
          </a:xfrm>
        </p:spPr>
        <p:txBody>
          <a:bodyPr/>
          <a:lstStyle/>
          <a:p>
            <a:r>
              <a:rPr lang="en-US" altLang="zh-TW" dirty="0" smtClean="0"/>
              <a:t>Simultaneous Speech 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</a:rPr>
              <a:t>(Week 1)</a:t>
            </a:r>
            <a:endParaRPr lang="zh-TW" altLang="en-US" sz="2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71464"/>
            <a:ext cx="82296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800" dirty="0" smtClean="0">
                <a:solidFill>
                  <a:schemeClr val="accent2"/>
                </a:solidFill>
              </a:rPr>
              <a:t>✿</a:t>
            </a:r>
            <a:r>
              <a:rPr lang="zh-TW" altLang="en-US" sz="2800" dirty="0" smtClean="0"/>
              <a:t> </a:t>
            </a:r>
            <a:r>
              <a:rPr lang="zh-TW" altLang="en-US" sz="2800" dirty="0" smtClean="0"/>
              <a:t>本</a:t>
            </a:r>
            <a:r>
              <a:rPr lang="zh-TW" altLang="en-US" sz="2800" dirty="0" smtClean="0"/>
              <a:t>周報告組別</a:t>
            </a:r>
            <a:r>
              <a:rPr lang="en-US" altLang="zh-TW" sz="2800" dirty="0" smtClean="0"/>
              <a:t>G1~G5, </a:t>
            </a:r>
            <a:r>
              <a:rPr lang="zh-TW" altLang="en-US" sz="2800" dirty="0" smtClean="0"/>
              <a:t>報告順序亦同。</a:t>
            </a:r>
            <a:endParaRPr lang="en-US" altLang="zh-TW" sz="28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zh-TW" altLang="en-US" sz="2800" dirty="0">
                <a:solidFill>
                  <a:schemeClr val="accent2"/>
                </a:solidFill>
              </a:rPr>
              <a:t>✿</a:t>
            </a:r>
            <a:r>
              <a:rPr lang="zh-TW" altLang="en-US" sz="2800" dirty="0" smtClean="0"/>
              <a:t> </a:t>
            </a:r>
            <a:r>
              <a:rPr lang="zh-TW" altLang="en-US" sz="2800" dirty="0" smtClean="0"/>
              <a:t>報告原則</a:t>
            </a:r>
            <a:r>
              <a:rPr lang="en-US" altLang="zh-TW" sz="2800" dirty="0" smtClean="0"/>
              <a:t>:</a:t>
            </a:r>
            <a:r>
              <a:rPr lang="zh-TW" altLang="en-US" sz="2800" dirty="0" smtClean="0"/>
              <a:t> </a:t>
            </a:r>
            <a:endParaRPr lang="en-US" altLang="zh-TW" sz="2800" dirty="0" smtClean="0"/>
          </a:p>
          <a:p>
            <a:pPr lvl="1"/>
            <a:r>
              <a:rPr lang="zh-TW" altLang="en-US" sz="2400" b="1" dirty="0" smtClean="0"/>
              <a:t>不可看稿</a:t>
            </a:r>
            <a:r>
              <a:rPr lang="en-US" altLang="zh-TW" sz="2400" dirty="0" smtClean="0"/>
              <a:t>!</a:t>
            </a:r>
          </a:p>
          <a:p>
            <a:pPr lvl="1"/>
            <a:r>
              <a:rPr lang="zh-TW" altLang="en-US" sz="2400" dirty="0"/>
              <a:t>一切</a:t>
            </a:r>
            <a:r>
              <a:rPr lang="zh-TW" altLang="en-US" sz="2400" b="1" dirty="0"/>
              <a:t>以觀眾能理解</a:t>
            </a:r>
            <a:r>
              <a:rPr lang="zh-TW" altLang="en-US" sz="2400" dirty="0"/>
              <a:t>為最高原則</a:t>
            </a:r>
            <a:r>
              <a:rPr lang="zh-TW" altLang="en-US" sz="2400" dirty="0" smtClean="0"/>
              <a:t>。</a:t>
            </a:r>
            <a:endParaRPr lang="en-US" altLang="zh-TW" sz="24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zh-TW" altLang="en-US" sz="2800" dirty="0">
                <a:solidFill>
                  <a:schemeClr val="accent2"/>
                </a:solidFill>
              </a:rPr>
              <a:t>✿</a:t>
            </a:r>
            <a:r>
              <a:rPr lang="zh-TW" altLang="en-US" sz="2800" dirty="0" smtClean="0"/>
              <a:t> 各組前置作業</a:t>
            </a:r>
            <a:r>
              <a:rPr lang="en-US" altLang="zh-TW" sz="2800" dirty="0" smtClean="0"/>
              <a:t>:</a:t>
            </a:r>
          </a:p>
          <a:p>
            <a:pPr lvl="1"/>
            <a:r>
              <a:rPr lang="zh-TW" altLang="en-US" sz="2400" dirty="0" smtClean="0"/>
              <a:t>決定</a:t>
            </a:r>
            <a:r>
              <a:rPr lang="zh-TW" altLang="en-US" sz="2400" dirty="0"/>
              <a:t>好</a:t>
            </a:r>
            <a:r>
              <a:rPr lang="zh-TW" altLang="en-US" sz="2400" dirty="0" smtClean="0"/>
              <a:t>角落、</a:t>
            </a:r>
            <a:endParaRPr lang="en-US" altLang="zh-TW" sz="2400" dirty="0" smtClean="0"/>
          </a:p>
          <a:p>
            <a:pPr lvl="1"/>
            <a:r>
              <a:rPr lang="zh-TW" altLang="en-US" sz="2400" dirty="0" smtClean="0"/>
              <a:t>分配好評分單、</a:t>
            </a:r>
            <a:endParaRPr lang="en-US" altLang="zh-TW" sz="2400" dirty="0" smtClean="0"/>
          </a:p>
          <a:p>
            <a:pPr lvl="1"/>
            <a:r>
              <a:rPr lang="zh-TW" altLang="en-US" sz="2400" dirty="0" smtClean="0"/>
              <a:t>開</a:t>
            </a:r>
            <a:r>
              <a:rPr lang="zh-TW" altLang="en-US" sz="2400" dirty="0" smtClean="0"/>
              <a:t>好筆電</a:t>
            </a:r>
            <a:r>
              <a:rPr lang="zh-TW" altLang="en-US" sz="2400" dirty="0" smtClean="0"/>
              <a:t>、</a:t>
            </a:r>
            <a:endParaRPr lang="en-US" altLang="zh-TW" sz="2400" dirty="0" smtClean="0"/>
          </a:p>
          <a:p>
            <a:pPr lvl="1"/>
            <a:r>
              <a:rPr lang="zh-TW" altLang="en-US" sz="2400" dirty="0" smtClean="0"/>
              <a:t>放</a:t>
            </a:r>
            <a:r>
              <a:rPr lang="zh-TW" altLang="en-US" sz="2400" dirty="0" smtClean="0"/>
              <a:t>好</a:t>
            </a:r>
            <a:r>
              <a:rPr lang="en-US" altLang="zh-TW" sz="2400" dirty="0" smtClean="0"/>
              <a:t>PPT</a:t>
            </a:r>
            <a:r>
              <a:rPr lang="zh-TW" altLang="en-US" sz="2400" dirty="0" smtClean="0"/>
              <a:t>至全</a:t>
            </a:r>
            <a:r>
              <a:rPr lang="zh-TW" altLang="en-US" sz="2400" dirty="0" smtClean="0"/>
              <a:t>螢幕、</a:t>
            </a:r>
            <a:endParaRPr lang="en-US" altLang="zh-TW" sz="2400" dirty="0" smtClean="0"/>
          </a:p>
          <a:p>
            <a:pPr lvl="1"/>
            <a:r>
              <a:rPr lang="zh-TW" altLang="en-US" sz="2400" dirty="0"/>
              <a:t>確認</a:t>
            </a:r>
            <a:r>
              <a:rPr lang="en-US" altLang="zh-TW" sz="2400" dirty="0"/>
              <a:t>PPT</a:t>
            </a:r>
            <a:r>
              <a:rPr lang="zh-TW" altLang="en-US" sz="2400" dirty="0" smtClean="0"/>
              <a:t>首頁有你的名字。</a:t>
            </a:r>
            <a:endParaRPr lang="en-US" altLang="zh-TW" sz="2400" dirty="0" smtClean="0"/>
          </a:p>
        </p:txBody>
      </p:sp>
      <p:sp>
        <p:nvSpPr>
          <p:cNvPr id="4" name="文字方塊 3"/>
          <p:cNvSpPr txBox="1"/>
          <p:nvPr/>
        </p:nvSpPr>
        <p:spPr>
          <a:xfrm>
            <a:off x="7884368" y="6525343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2018.12.28</a:t>
            </a:r>
            <a:endParaRPr lang="en-US" altLang="zh-TW" sz="14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223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06152"/>
            <a:ext cx="8229600" cy="990600"/>
          </a:xfrm>
        </p:spPr>
        <p:txBody>
          <a:bodyPr/>
          <a:lstStyle/>
          <a:p>
            <a:r>
              <a:rPr lang="en-US" altLang="zh-TW" dirty="0" smtClean="0"/>
              <a:t>Simultaneous Speech 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</a:rPr>
              <a:t>(Week 1)</a:t>
            </a:r>
            <a:endParaRPr lang="zh-TW" altLang="en-US" sz="2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57807"/>
            <a:ext cx="8229600" cy="5675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 smtClean="0">
                <a:solidFill>
                  <a:schemeClr val="accent2"/>
                </a:solidFill>
              </a:rPr>
              <a:t>✿ </a:t>
            </a:r>
            <a:r>
              <a:rPr lang="zh-TW" altLang="en-US" dirty="0" smtClean="0"/>
              <a:t>請</a:t>
            </a:r>
            <a:r>
              <a:rPr lang="zh-TW" altLang="en-US" dirty="0" smtClean="0"/>
              <a:t>每位演說者</a:t>
            </a:r>
            <a:r>
              <a:rPr lang="zh-TW" altLang="en-US" dirty="0"/>
              <a:t>在</a:t>
            </a:r>
            <a:r>
              <a:rPr lang="zh-TW" altLang="en-US" dirty="0" smtClean="0"/>
              <a:t>開始之前</a:t>
            </a:r>
            <a:r>
              <a:rPr lang="en-US" altLang="zh-TW" dirty="0" smtClean="0"/>
              <a:t>:</a:t>
            </a:r>
          </a:p>
          <a:p>
            <a:pPr lvl="1"/>
            <a:r>
              <a:rPr lang="zh-TW" altLang="en-US" sz="2400" dirty="0" smtClean="0"/>
              <a:t>戴好皇冠</a:t>
            </a:r>
            <a:endParaRPr lang="en-US" altLang="zh-TW" sz="2400" dirty="0" smtClean="0"/>
          </a:p>
          <a:p>
            <a:pPr lvl="1"/>
            <a:r>
              <a:rPr lang="zh-TW" altLang="en-US" sz="2400" dirty="0" smtClean="0"/>
              <a:t>就定位；</a:t>
            </a:r>
            <a:endParaRPr lang="en-US" altLang="zh-TW" sz="2400" dirty="0" smtClean="0"/>
          </a:p>
          <a:p>
            <a:pPr lvl="1"/>
            <a:r>
              <a:rPr lang="zh-TW" altLang="en-US" sz="2400" dirty="0" smtClean="0"/>
              <a:t>協助觀眾靠近</a:t>
            </a:r>
            <a:r>
              <a:rPr lang="zh-TW" altLang="en-US" sz="2400" dirty="0" smtClean="0"/>
              <a:t>就坐 </a:t>
            </a:r>
            <a:r>
              <a:rPr lang="en-US" altLang="zh-TW" sz="2400" dirty="0" smtClean="0"/>
              <a:t>(</a:t>
            </a:r>
            <a:r>
              <a:rPr lang="zh-TW" altLang="en-US" sz="2400" dirty="0" smtClean="0"/>
              <a:t>按耐觀眾</a:t>
            </a:r>
            <a:r>
              <a:rPr lang="en-US" altLang="zh-TW" sz="2400" dirty="0" smtClean="0"/>
              <a:t>)</a:t>
            </a:r>
            <a:r>
              <a:rPr lang="zh-TW" altLang="en-US" sz="2400" dirty="0" smtClean="0"/>
              <a:t>；</a:t>
            </a:r>
            <a:endParaRPr lang="en-US" altLang="zh-TW" sz="2400" dirty="0" smtClean="0"/>
          </a:p>
          <a:p>
            <a:pPr lvl="1"/>
            <a:r>
              <a:rPr lang="zh-TW" altLang="en-US" sz="2400" b="1" dirty="0"/>
              <a:t>發評分</a:t>
            </a:r>
            <a:r>
              <a:rPr lang="zh-TW" altLang="en-US" sz="2400" b="1" dirty="0" smtClean="0"/>
              <a:t>單</a:t>
            </a:r>
            <a:r>
              <a:rPr lang="zh-TW" altLang="en-US" sz="2400" dirty="0" smtClean="0"/>
              <a:t>；</a:t>
            </a:r>
            <a:endParaRPr lang="en-US" altLang="zh-TW" sz="2400" dirty="0" smtClean="0"/>
          </a:p>
          <a:p>
            <a:pPr lvl="1"/>
            <a:r>
              <a:rPr lang="zh-TW" altLang="en-US" sz="2400" dirty="0" smtClean="0"/>
              <a:t>協助觀眾</a:t>
            </a:r>
            <a:r>
              <a:rPr lang="zh-TW" altLang="en-US" sz="2400" dirty="0"/>
              <a:t>於評分單</a:t>
            </a:r>
            <a:r>
              <a:rPr lang="zh-TW" altLang="en-US" sz="2400" dirty="0" smtClean="0"/>
              <a:t>上填寫</a:t>
            </a:r>
            <a:r>
              <a:rPr lang="zh-TW" altLang="en-US" sz="2400" dirty="0"/>
              <a:t>組別、演說者姓名、演說</a:t>
            </a:r>
            <a:r>
              <a:rPr lang="zh-TW" altLang="en-US" sz="2400" dirty="0" smtClean="0"/>
              <a:t>日期。</a:t>
            </a:r>
            <a:endParaRPr lang="en-US" altLang="zh-TW" sz="24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zh-TW" altLang="en-US" dirty="0" smtClean="0">
                <a:solidFill>
                  <a:schemeClr val="accent2"/>
                </a:solidFill>
              </a:rPr>
              <a:t>✿ </a:t>
            </a:r>
            <a:r>
              <a:rPr lang="zh-TW" altLang="en-US" dirty="0" smtClean="0"/>
              <a:t>每</a:t>
            </a:r>
            <a:r>
              <a:rPr lang="zh-TW" altLang="en-US" dirty="0"/>
              <a:t>位演說</a:t>
            </a:r>
            <a:r>
              <a:rPr lang="zh-TW" altLang="en-US" dirty="0" smtClean="0"/>
              <a:t>者有</a:t>
            </a:r>
            <a:r>
              <a:rPr lang="en-US" altLang="zh-TW" b="1" dirty="0" smtClean="0">
                <a:solidFill>
                  <a:srgbClr val="FF0000"/>
                </a:solidFill>
              </a:rPr>
              <a:t>10</a:t>
            </a:r>
            <a:r>
              <a:rPr lang="zh-TW" altLang="en-US" b="1" dirty="0" smtClean="0">
                <a:solidFill>
                  <a:srgbClr val="FF0000"/>
                </a:solidFill>
              </a:rPr>
              <a:t>分鐘</a:t>
            </a:r>
            <a:r>
              <a:rPr lang="zh-TW" altLang="en-US" dirty="0" smtClean="0"/>
              <a:t>的時間完成</a:t>
            </a:r>
            <a:r>
              <a:rPr lang="zh-TW" altLang="en-US" b="1" dirty="0" smtClean="0"/>
              <a:t>演說</a:t>
            </a:r>
            <a:r>
              <a:rPr lang="en-US" altLang="zh-TW" dirty="0" smtClean="0"/>
              <a:t>(8min)+</a:t>
            </a:r>
            <a:r>
              <a:rPr lang="en-US" altLang="zh-TW" b="1" dirty="0" smtClean="0"/>
              <a:t>Q&amp;A</a:t>
            </a:r>
            <a:r>
              <a:rPr lang="en-US" altLang="zh-TW" dirty="0"/>
              <a:t>(2min</a:t>
            </a:r>
            <a:r>
              <a:rPr lang="en-US" altLang="zh-TW" dirty="0" smtClean="0"/>
              <a:t>)</a:t>
            </a:r>
            <a:r>
              <a:rPr lang="zh-TW" altLang="en-US" dirty="0" smtClean="0"/>
              <a:t>；</a:t>
            </a:r>
            <a:endParaRPr lang="en-US" altLang="zh-TW" dirty="0" smtClean="0"/>
          </a:p>
          <a:p>
            <a:pPr lvl="1"/>
            <a:r>
              <a:rPr lang="en-US" altLang="zh-TW" sz="2400" dirty="0" smtClean="0"/>
              <a:t>10</a:t>
            </a:r>
            <a:r>
              <a:rPr lang="zh-TW" altLang="en-US" sz="2400" dirty="0" smtClean="0"/>
              <a:t>分鐘內無法完成，最多再給予</a:t>
            </a:r>
            <a:r>
              <a:rPr lang="en-US" altLang="zh-TW" sz="2400" dirty="0" smtClean="0"/>
              <a:t>2</a:t>
            </a:r>
            <a:r>
              <a:rPr lang="zh-TW" altLang="en-US" sz="2400" dirty="0" smtClean="0"/>
              <a:t>分鐘的緩頰時間</a:t>
            </a:r>
            <a:r>
              <a:rPr lang="en-US" altLang="zh-TW" sz="2400" dirty="0" smtClean="0"/>
              <a:t>(</a:t>
            </a:r>
            <a:r>
              <a:rPr lang="zh-TW" altLang="en-US" sz="2400" dirty="0" smtClean="0"/>
              <a:t>但已會影響分數</a:t>
            </a:r>
            <a:r>
              <a:rPr lang="en-US" altLang="zh-TW" sz="2400" dirty="0" smtClean="0"/>
              <a:t>)</a:t>
            </a:r>
            <a:r>
              <a:rPr lang="zh-TW" altLang="en-US" sz="2400" dirty="0" smtClean="0"/>
              <a:t>；</a:t>
            </a:r>
            <a:endParaRPr lang="en-US" altLang="zh-TW" sz="2400" dirty="0" smtClean="0"/>
          </a:p>
          <a:p>
            <a:pPr lvl="1"/>
            <a:r>
              <a:rPr lang="zh-TW" altLang="en-US" sz="2400" dirty="0"/>
              <a:t>緩頰時間</a:t>
            </a:r>
            <a:r>
              <a:rPr lang="zh-TW" altLang="en-US" sz="2400" dirty="0" smtClean="0"/>
              <a:t>結束仍無法完成，將嚴重影響分數</a:t>
            </a:r>
            <a:r>
              <a:rPr lang="zh-TW" altLang="en-US" sz="2400" dirty="0" smtClean="0"/>
              <a:t>。</a:t>
            </a:r>
            <a:endParaRPr lang="en-US" altLang="zh-TW" sz="2400" dirty="0" smtClean="0"/>
          </a:p>
          <a:p>
            <a:pPr lvl="1"/>
            <a:r>
              <a:rPr lang="zh-TW" altLang="en-US" sz="2400" dirty="0" smtClean="0"/>
              <a:t>請</a:t>
            </a:r>
            <a:r>
              <a:rPr lang="zh-TW" altLang="en-US" sz="2400" dirty="0" smtClean="0"/>
              <a:t>注意</a:t>
            </a:r>
            <a:r>
              <a:rPr lang="en-US" altLang="zh-TW" sz="2400" dirty="0" smtClean="0"/>
              <a:t>: </a:t>
            </a:r>
            <a:r>
              <a:rPr lang="zh-TW" altLang="en-US" sz="2400" b="1" dirty="0" smtClean="0">
                <a:solidFill>
                  <a:srgbClr val="FF0000"/>
                </a:solidFill>
              </a:rPr>
              <a:t>演說時間 ≥ 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8min</a:t>
            </a:r>
            <a:endParaRPr lang="en-US" altLang="zh-TW" sz="2400" dirty="0"/>
          </a:p>
          <a:p>
            <a:pPr marL="0" indent="0">
              <a:spcBef>
                <a:spcPts val="1200"/>
              </a:spcBef>
              <a:buNone/>
            </a:pPr>
            <a:r>
              <a:rPr lang="zh-TW" altLang="en-US" dirty="0" smtClean="0">
                <a:solidFill>
                  <a:schemeClr val="accent2"/>
                </a:solidFill>
              </a:rPr>
              <a:t>✿ </a:t>
            </a:r>
            <a:r>
              <a:rPr lang="zh-TW" altLang="en-US" dirty="0"/>
              <a:t>每組結束會給予完整</a:t>
            </a:r>
            <a:r>
              <a:rPr lang="en-US" altLang="zh-TW" dirty="0"/>
              <a:t>2</a:t>
            </a:r>
            <a:r>
              <a:rPr lang="zh-TW" altLang="en-US" dirty="0"/>
              <a:t>分鐘的時間評分、寫建議</a:t>
            </a:r>
            <a:r>
              <a:rPr lang="zh-TW" altLang="en-US" dirty="0" smtClean="0"/>
              <a:t>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25484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清晰度">
  <a:themeElements>
    <a:clrScheme name="模組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 古典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清晰度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279</TotalTime>
  <Words>203</Words>
  <Application>Microsoft Office PowerPoint</Application>
  <PresentationFormat>如螢幕大小 (4:3)</PresentationFormat>
  <Paragraphs>25</Paragraphs>
  <Slides>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清晰度</vt:lpstr>
      <vt:lpstr>Simultaneous speech</vt:lpstr>
      <vt:lpstr>Simultaneous Speech (Week 1)</vt:lpstr>
      <vt:lpstr>Simultaneous Speech (Week 1)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Simultaneous speech</dc:title>
  <dc:creator>Vanessa</dc:creator>
  <cp:lastModifiedBy>Vanessa</cp:lastModifiedBy>
  <cp:revision>15</cp:revision>
  <dcterms:created xsi:type="dcterms:W3CDTF">2016-12-19T03:04:21Z</dcterms:created>
  <dcterms:modified xsi:type="dcterms:W3CDTF">2018-12-28T03:38:47Z</dcterms:modified>
</cp:coreProperties>
</file>