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88" r:id="rId2"/>
  </p:sldMasterIdLst>
  <p:notesMasterIdLst>
    <p:notesMasterId r:id="rId30"/>
  </p:notesMasterIdLst>
  <p:handoutMasterIdLst>
    <p:handoutMasterId r:id="rId31"/>
  </p:handoutMasterIdLst>
  <p:sldIdLst>
    <p:sldId id="260" r:id="rId3"/>
    <p:sldId id="283" r:id="rId4"/>
    <p:sldId id="266" r:id="rId5"/>
    <p:sldId id="295" r:id="rId6"/>
    <p:sldId id="272" r:id="rId7"/>
    <p:sldId id="296" r:id="rId8"/>
    <p:sldId id="281" r:id="rId9"/>
    <p:sldId id="279" r:id="rId10"/>
    <p:sldId id="276" r:id="rId11"/>
    <p:sldId id="291" r:id="rId12"/>
    <p:sldId id="284" r:id="rId13"/>
    <p:sldId id="285" r:id="rId14"/>
    <p:sldId id="286" r:id="rId15"/>
    <p:sldId id="287" r:id="rId16"/>
    <p:sldId id="288" r:id="rId17"/>
    <p:sldId id="282" r:id="rId18"/>
    <p:sldId id="267" r:id="rId19"/>
    <p:sldId id="292" r:id="rId20"/>
    <p:sldId id="268" r:id="rId21"/>
    <p:sldId id="289" r:id="rId22"/>
    <p:sldId id="297" r:id="rId23"/>
    <p:sldId id="298" r:id="rId24"/>
    <p:sldId id="299" r:id="rId25"/>
    <p:sldId id="269" r:id="rId26"/>
    <p:sldId id="270" r:id="rId27"/>
    <p:sldId id="271" r:id="rId28"/>
    <p:sldId id="273" r:id="rId29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FF99"/>
    <a:srgbClr val="FF9900"/>
    <a:srgbClr val="CC99FF"/>
    <a:srgbClr val="FF99CC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58" autoAdjust="0"/>
    <p:restoredTop sz="93325" autoAdjust="0"/>
  </p:normalViewPr>
  <p:slideViewPr>
    <p:cSldViewPr>
      <p:cViewPr varScale="1">
        <p:scale>
          <a:sx n="85" d="100"/>
          <a:sy n="85" d="100"/>
        </p:scale>
        <p:origin x="-898" y="-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2079E2-8094-4718-8EED-D1E5D6444AD6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65AF6E6-5142-4F29-8659-BA12E80657E8}">
      <dgm:prSet phldrT="[文字]" custT="1"/>
      <dgm:spPr>
        <a:solidFill>
          <a:schemeClr val="accent2"/>
        </a:solidFill>
      </dgm:spPr>
      <dgm:t>
        <a:bodyPr/>
        <a:lstStyle/>
        <a:p>
          <a:r>
            <a:rPr lang="en-US" altLang="zh-TW" sz="2100" b="1" dirty="0" smtClean="0"/>
            <a:t>OPENERS</a:t>
          </a:r>
          <a:endParaRPr lang="zh-TW" altLang="en-US" sz="2100" b="1" dirty="0"/>
        </a:p>
      </dgm:t>
    </dgm:pt>
    <dgm:pt modelId="{C4648FBB-B527-4F7D-85E1-39F029C48190}" type="parTrans" cxnId="{21962C4C-6F25-4346-8B16-271125F6CA56}">
      <dgm:prSet/>
      <dgm:spPr/>
      <dgm:t>
        <a:bodyPr/>
        <a:lstStyle/>
        <a:p>
          <a:endParaRPr lang="zh-TW" altLang="en-US" sz="1800"/>
        </a:p>
      </dgm:t>
    </dgm:pt>
    <dgm:pt modelId="{581D121C-BE45-4E40-B607-56835358B18A}" type="sibTrans" cxnId="{21962C4C-6F25-4346-8B16-271125F6CA56}">
      <dgm:prSet/>
      <dgm:spPr/>
      <dgm:t>
        <a:bodyPr/>
        <a:lstStyle/>
        <a:p>
          <a:endParaRPr lang="zh-TW" altLang="en-US" sz="1800"/>
        </a:p>
      </dgm:t>
    </dgm:pt>
    <dgm:pt modelId="{4B96E7EF-CCE7-4250-9FC1-6DC57DFFEED6}">
      <dgm:prSet phldrT="[文字]" custT="1"/>
      <dgm:spPr>
        <a:solidFill>
          <a:srgbClr val="00B0F0"/>
        </a:solidFill>
      </dgm:spPr>
      <dgm:t>
        <a:bodyPr/>
        <a:lstStyle/>
        <a:p>
          <a:r>
            <a:rPr lang="en-US" altLang="zh-TW" sz="2000" b="1" dirty="0" smtClean="0">
              <a:solidFill>
                <a:schemeClr val="tx1"/>
              </a:solidFill>
            </a:rPr>
            <a:t>Give them</a:t>
          </a:r>
          <a:endParaRPr lang="zh-TW" altLang="en-US" sz="2000" b="1" dirty="0">
            <a:solidFill>
              <a:schemeClr val="tx1"/>
            </a:solidFill>
          </a:endParaRPr>
        </a:p>
      </dgm:t>
    </dgm:pt>
    <dgm:pt modelId="{7229A4A6-298E-4C27-A93F-C244B50FD4A7}" type="parTrans" cxnId="{A1EB06CA-C45A-4943-95E1-5706714E3127}">
      <dgm:prSet custT="1"/>
      <dgm:spPr/>
      <dgm:t>
        <a:bodyPr/>
        <a:lstStyle/>
        <a:p>
          <a:endParaRPr lang="zh-TW" altLang="en-US" sz="1400"/>
        </a:p>
      </dgm:t>
    </dgm:pt>
    <dgm:pt modelId="{5E879B9D-AD4F-4DC4-93EE-D7098C0841A7}" type="sibTrans" cxnId="{A1EB06CA-C45A-4943-95E1-5706714E3127}">
      <dgm:prSet/>
      <dgm:spPr/>
      <dgm:t>
        <a:bodyPr/>
        <a:lstStyle/>
        <a:p>
          <a:endParaRPr lang="zh-TW" altLang="en-US" sz="1800"/>
        </a:p>
      </dgm:t>
    </dgm:pt>
    <dgm:pt modelId="{5C704ACE-C3A7-4E0C-96C0-0FF33AE174A3}">
      <dgm:prSet phldrT="[文字]" custT="1"/>
      <dgm:spPr/>
      <dgm:t>
        <a:bodyPr/>
        <a:lstStyle/>
        <a:p>
          <a:r>
            <a:rPr lang="en-US" altLang="zh-TW" sz="2000" b="1" dirty="0" smtClean="0">
              <a:solidFill>
                <a:schemeClr val="tx1"/>
              </a:solidFill>
            </a:rPr>
            <a:t>Tell them</a:t>
          </a:r>
          <a:endParaRPr lang="zh-TW" altLang="en-US" sz="2000" b="1" dirty="0">
            <a:solidFill>
              <a:schemeClr val="tx1"/>
            </a:solidFill>
          </a:endParaRPr>
        </a:p>
      </dgm:t>
    </dgm:pt>
    <dgm:pt modelId="{5D75F178-11B7-4034-ACC0-3A5CAF06A38D}" type="parTrans" cxnId="{0AC1825D-5441-4E8D-8ADA-80DA456FE714}">
      <dgm:prSet custT="1"/>
      <dgm:spPr/>
      <dgm:t>
        <a:bodyPr/>
        <a:lstStyle/>
        <a:p>
          <a:endParaRPr lang="zh-TW" altLang="en-US" sz="1400"/>
        </a:p>
      </dgm:t>
    </dgm:pt>
    <dgm:pt modelId="{E70DD0C0-9CBF-4E53-B087-7E17361F43E5}" type="sibTrans" cxnId="{0AC1825D-5441-4E8D-8ADA-80DA456FE714}">
      <dgm:prSet/>
      <dgm:spPr/>
      <dgm:t>
        <a:bodyPr/>
        <a:lstStyle/>
        <a:p>
          <a:endParaRPr lang="zh-TW" altLang="en-US" sz="1800"/>
        </a:p>
      </dgm:t>
    </dgm:pt>
    <dgm:pt modelId="{47E61DEF-3A09-48DB-A217-A972B576CD32}">
      <dgm:prSet phldrT="[文字]" custT="1"/>
      <dgm:spPr>
        <a:solidFill>
          <a:srgbClr val="CC99FF"/>
        </a:solidFill>
      </dgm:spPr>
      <dgm:t>
        <a:bodyPr/>
        <a:lstStyle/>
        <a:p>
          <a:r>
            <a:rPr lang="en-US" altLang="zh-TW" sz="1750" b="1" dirty="0" smtClean="0">
              <a:solidFill>
                <a:schemeClr val="tx1"/>
              </a:solidFill>
            </a:rPr>
            <a:t>Explode</a:t>
          </a:r>
          <a:endParaRPr lang="zh-TW" altLang="en-US" sz="1750" b="1" dirty="0">
            <a:solidFill>
              <a:schemeClr val="tx1"/>
            </a:solidFill>
          </a:endParaRPr>
        </a:p>
      </dgm:t>
    </dgm:pt>
    <dgm:pt modelId="{95103B2F-6784-48D5-B582-126EFD0E84C5}" type="parTrans" cxnId="{BDE2DDB5-B3E7-421D-932B-80165B3DB76D}">
      <dgm:prSet custT="1"/>
      <dgm:spPr/>
      <dgm:t>
        <a:bodyPr/>
        <a:lstStyle/>
        <a:p>
          <a:endParaRPr lang="zh-TW" altLang="en-US" sz="1400"/>
        </a:p>
      </dgm:t>
    </dgm:pt>
    <dgm:pt modelId="{C56A91A2-9F71-49F2-AEF3-ACA47920DE04}" type="sibTrans" cxnId="{BDE2DDB5-B3E7-421D-932B-80165B3DB76D}">
      <dgm:prSet/>
      <dgm:spPr/>
      <dgm:t>
        <a:bodyPr/>
        <a:lstStyle/>
        <a:p>
          <a:endParaRPr lang="zh-TW" altLang="en-US" sz="1800"/>
        </a:p>
      </dgm:t>
    </dgm:pt>
    <dgm:pt modelId="{1AA82DAE-DE7E-4F0C-9D73-EAEAC25DC182}">
      <dgm:prSet phldrT="[文字]" custT="1"/>
      <dgm:spPr>
        <a:solidFill>
          <a:srgbClr val="FF99CC"/>
        </a:solidFill>
      </dgm:spPr>
      <dgm:t>
        <a:bodyPr/>
        <a:lstStyle/>
        <a:p>
          <a:r>
            <a:rPr lang="en-US" altLang="zh-TW" sz="2000" b="1" dirty="0" smtClean="0">
              <a:solidFill>
                <a:schemeClr val="tx1"/>
              </a:solidFill>
            </a:rPr>
            <a:t>Ask them</a:t>
          </a:r>
          <a:endParaRPr lang="zh-TW" altLang="en-US" sz="2000" b="1" dirty="0">
            <a:solidFill>
              <a:schemeClr val="tx1"/>
            </a:solidFill>
          </a:endParaRPr>
        </a:p>
      </dgm:t>
    </dgm:pt>
    <dgm:pt modelId="{B5B75C15-CDD7-4068-BA91-AFA56A042005}" type="parTrans" cxnId="{C1F923CA-DD1D-4D23-B901-C6F80BE9CAF3}">
      <dgm:prSet custT="1"/>
      <dgm:spPr/>
      <dgm:t>
        <a:bodyPr/>
        <a:lstStyle/>
        <a:p>
          <a:endParaRPr lang="zh-TW" altLang="en-US" sz="1400"/>
        </a:p>
      </dgm:t>
    </dgm:pt>
    <dgm:pt modelId="{D873CBEF-7B5E-4085-9F1C-8B646C778C34}" type="sibTrans" cxnId="{C1F923CA-DD1D-4D23-B901-C6F80BE9CAF3}">
      <dgm:prSet/>
      <dgm:spPr/>
      <dgm:t>
        <a:bodyPr/>
        <a:lstStyle/>
        <a:p>
          <a:endParaRPr lang="zh-TW" altLang="en-US" sz="1800"/>
        </a:p>
      </dgm:t>
    </dgm:pt>
    <dgm:pt modelId="{2C491344-8488-40A8-ADD4-7AB985B0A787}">
      <dgm:prSet phldrT="[文字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altLang="zh-TW" sz="1750" b="1" dirty="0" smtClean="0">
              <a:solidFill>
                <a:schemeClr val="tx1"/>
              </a:solidFill>
            </a:rPr>
            <a:t>Show them</a:t>
          </a:r>
          <a:endParaRPr lang="zh-TW" altLang="en-US" sz="1750" b="1" dirty="0">
            <a:solidFill>
              <a:schemeClr val="tx1"/>
            </a:solidFill>
          </a:endParaRPr>
        </a:p>
      </dgm:t>
    </dgm:pt>
    <dgm:pt modelId="{107A4E48-151E-4BEF-83CC-1FA5823C152F}" type="parTrans" cxnId="{CE94B2AD-74B9-4DD2-BF93-EF7561231B1F}">
      <dgm:prSet/>
      <dgm:spPr/>
      <dgm:t>
        <a:bodyPr/>
        <a:lstStyle/>
        <a:p>
          <a:endParaRPr lang="zh-TW" altLang="en-US"/>
        </a:p>
      </dgm:t>
    </dgm:pt>
    <dgm:pt modelId="{D0990A67-6B21-481B-958C-E3EE3E2EC0B0}" type="sibTrans" cxnId="{CE94B2AD-74B9-4DD2-BF93-EF7561231B1F}">
      <dgm:prSet/>
      <dgm:spPr/>
      <dgm:t>
        <a:bodyPr/>
        <a:lstStyle/>
        <a:p>
          <a:endParaRPr lang="zh-TW" altLang="en-US"/>
        </a:p>
      </dgm:t>
    </dgm:pt>
    <dgm:pt modelId="{A15FD926-4457-4414-A036-B02645722593}">
      <dgm:prSet phldrT="[文字]" custT="1"/>
      <dgm:spPr>
        <a:solidFill>
          <a:srgbClr val="FF99CC"/>
        </a:solidFill>
      </dgm:spPr>
      <dgm:t>
        <a:bodyPr/>
        <a:lstStyle/>
        <a:p>
          <a:r>
            <a:rPr lang="en-US" altLang="zh-TW" sz="2000" b="1" dirty="0" smtClean="0">
              <a:solidFill>
                <a:schemeClr val="tx1"/>
              </a:solidFill>
            </a:rPr>
            <a:t>Quote</a:t>
          </a:r>
          <a:endParaRPr lang="zh-TW" altLang="en-US" sz="2000" b="1" dirty="0">
            <a:solidFill>
              <a:schemeClr val="tx1"/>
            </a:solidFill>
          </a:endParaRPr>
        </a:p>
      </dgm:t>
    </dgm:pt>
    <dgm:pt modelId="{0C7FC41F-3F1C-4F05-B102-9A71849004E2}" type="parTrans" cxnId="{2C78F1D4-02A0-4C37-A9A5-6B15B9DFEC52}">
      <dgm:prSet/>
      <dgm:spPr/>
      <dgm:t>
        <a:bodyPr/>
        <a:lstStyle/>
        <a:p>
          <a:endParaRPr lang="zh-TW" altLang="en-US"/>
        </a:p>
      </dgm:t>
    </dgm:pt>
    <dgm:pt modelId="{2A6D6FFF-EC23-4B89-9EA6-C9F9CC028149}" type="sibTrans" cxnId="{2C78F1D4-02A0-4C37-A9A5-6B15B9DFEC52}">
      <dgm:prSet/>
      <dgm:spPr/>
      <dgm:t>
        <a:bodyPr/>
        <a:lstStyle/>
        <a:p>
          <a:endParaRPr lang="zh-TW" altLang="en-US"/>
        </a:p>
      </dgm:t>
    </dgm:pt>
    <dgm:pt modelId="{3B0B4CF6-D6EF-40D9-A2E1-A053310D42AA}" type="pres">
      <dgm:prSet presAssocID="{402079E2-8094-4718-8EED-D1E5D6444AD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7DDF8403-97C9-4AC5-A1F2-7D793FC707CE}" type="pres">
      <dgm:prSet presAssocID="{D65AF6E6-5142-4F29-8659-BA12E80657E8}" presName="centerShape" presStyleLbl="node0" presStyleIdx="0" presStyleCnt="1" custScaleX="178951" custScaleY="74273"/>
      <dgm:spPr/>
      <dgm:t>
        <a:bodyPr/>
        <a:lstStyle/>
        <a:p>
          <a:endParaRPr lang="zh-TW" altLang="en-US"/>
        </a:p>
      </dgm:t>
    </dgm:pt>
    <dgm:pt modelId="{89DF4707-191D-49B2-97F5-6AE9473DAB72}" type="pres">
      <dgm:prSet presAssocID="{7229A4A6-298E-4C27-A93F-C244B50FD4A7}" presName="parTrans" presStyleLbl="sibTrans2D1" presStyleIdx="0" presStyleCnt="6"/>
      <dgm:spPr/>
      <dgm:t>
        <a:bodyPr/>
        <a:lstStyle/>
        <a:p>
          <a:endParaRPr lang="zh-TW" altLang="en-US"/>
        </a:p>
      </dgm:t>
    </dgm:pt>
    <dgm:pt modelId="{2853D2FA-ECDB-40AC-AC3E-14161D55CE48}" type="pres">
      <dgm:prSet presAssocID="{7229A4A6-298E-4C27-A93F-C244B50FD4A7}" presName="connectorText" presStyleLbl="sibTrans2D1" presStyleIdx="0" presStyleCnt="6"/>
      <dgm:spPr/>
      <dgm:t>
        <a:bodyPr/>
        <a:lstStyle/>
        <a:p>
          <a:endParaRPr lang="zh-TW" altLang="en-US"/>
        </a:p>
      </dgm:t>
    </dgm:pt>
    <dgm:pt modelId="{F4D0CC0A-4B93-4EE6-9FF8-4555A933BF54}" type="pres">
      <dgm:prSet presAssocID="{4B96E7EF-CCE7-4250-9FC1-6DC57DFFEED6}" presName="node" presStyleLbl="node1" presStyleIdx="0" presStyleCnt="6" custScaleX="10641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960CAF9-AA2A-4836-8BCE-B1E2C2F7FC5C}" type="pres">
      <dgm:prSet presAssocID="{5D75F178-11B7-4034-ACC0-3A5CAF06A38D}" presName="parTrans" presStyleLbl="sibTrans2D1" presStyleIdx="1" presStyleCnt="6"/>
      <dgm:spPr/>
      <dgm:t>
        <a:bodyPr/>
        <a:lstStyle/>
        <a:p>
          <a:endParaRPr lang="zh-TW" altLang="en-US"/>
        </a:p>
      </dgm:t>
    </dgm:pt>
    <dgm:pt modelId="{CCCB9FEF-3289-4ED1-9E41-A2C9C6126234}" type="pres">
      <dgm:prSet presAssocID="{5D75F178-11B7-4034-ACC0-3A5CAF06A38D}" presName="connectorText" presStyleLbl="sibTrans2D1" presStyleIdx="1" presStyleCnt="6"/>
      <dgm:spPr/>
      <dgm:t>
        <a:bodyPr/>
        <a:lstStyle/>
        <a:p>
          <a:endParaRPr lang="zh-TW" altLang="en-US"/>
        </a:p>
      </dgm:t>
    </dgm:pt>
    <dgm:pt modelId="{C9F9FFD8-E7A1-4B31-BA62-E6AF94087B40}" type="pres">
      <dgm:prSet presAssocID="{5C704ACE-C3A7-4E0C-96C0-0FF33AE174A3}" presName="node" presStyleLbl="node1" presStyleIdx="1" presStyleCnt="6" custScaleX="10499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A0B7E6D-102E-41E6-8579-C47AE91D0EED}" type="pres">
      <dgm:prSet presAssocID="{95103B2F-6784-48D5-B582-126EFD0E84C5}" presName="parTrans" presStyleLbl="sibTrans2D1" presStyleIdx="2" presStyleCnt="6"/>
      <dgm:spPr/>
      <dgm:t>
        <a:bodyPr/>
        <a:lstStyle/>
        <a:p>
          <a:endParaRPr lang="zh-TW" altLang="en-US"/>
        </a:p>
      </dgm:t>
    </dgm:pt>
    <dgm:pt modelId="{04E665E7-DDFB-48BB-8BBD-A2870A1E50A6}" type="pres">
      <dgm:prSet presAssocID="{95103B2F-6784-48D5-B582-126EFD0E84C5}" presName="connectorText" presStyleLbl="sibTrans2D1" presStyleIdx="2" presStyleCnt="6"/>
      <dgm:spPr/>
      <dgm:t>
        <a:bodyPr/>
        <a:lstStyle/>
        <a:p>
          <a:endParaRPr lang="zh-TW" altLang="en-US"/>
        </a:p>
      </dgm:t>
    </dgm:pt>
    <dgm:pt modelId="{975E598C-6EE9-4729-BB35-29C7D45F739B}" type="pres">
      <dgm:prSet presAssocID="{47E61DEF-3A09-48DB-A217-A972B576CD32}" presName="node" presStyleLbl="node1" presStyleIdx="2" presStyleCnt="6" custScaleX="10749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90F39FD-5D29-495C-9947-FD2D6FDDAC29}" type="pres">
      <dgm:prSet presAssocID="{B5B75C15-CDD7-4068-BA91-AFA56A042005}" presName="parTrans" presStyleLbl="sibTrans2D1" presStyleIdx="3" presStyleCnt="6"/>
      <dgm:spPr/>
      <dgm:t>
        <a:bodyPr/>
        <a:lstStyle/>
        <a:p>
          <a:endParaRPr lang="zh-TW" altLang="en-US"/>
        </a:p>
      </dgm:t>
    </dgm:pt>
    <dgm:pt modelId="{974F1BDE-E852-4491-9386-6964585B971B}" type="pres">
      <dgm:prSet presAssocID="{B5B75C15-CDD7-4068-BA91-AFA56A042005}" presName="connectorText" presStyleLbl="sibTrans2D1" presStyleIdx="3" presStyleCnt="6"/>
      <dgm:spPr/>
      <dgm:t>
        <a:bodyPr/>
        <a:lstStyle/>
        <a:p>
          <a:endParaRPr lang="zh-TW" altLang="en-US"/>
        </a:p>
      </dgm:t>
    </dgm:pt>
    <dgm:pt modelId="{E892A996-46E2-4B44-8AD4-730153712744}" type="pres">
      <dgm:prSet presAssocID="{1AA82DAE-DE7E-4F0C-9D73-EAEAC25DC182}" presName="node" presStyleLbl="node1" presStyleIdx="3" presStyleCnt="6" custScaleX="11016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4D8D9C1-CF66-4E86-8810-12FF1F84CB19}" type="pres">
      <dgm:prSet presAssocID="{107A4E48-151E-4BEF-83CC-1FA5823C152F}" presName="parTrans" presStyleLbl="sibTrans2D1" presStyleIdx="4" presStyleCnt="6"/>
      <dgm:spPr/>
      <dgm:t>
        <a:bodyPr/>
        <a:lstStyle/>
        <a:p>
          <a:endParaRPr lang="zh-TW" altLang="en-US"/>
        </a:p>
      </dgm:t>
    </dgm:pt>
    <dgm:pt modelId="{F8561528-1F2B-4A32-B38C-B27B35E04A83}" type="pres">
      <dgm:prSet presAssocID="{107A4E48-151E-4BEF-83CC-1FA5823C152F}" presName="connectorText" presStyleLbl="sibTrans2D1" presStyleIdx="4" presStyleCnt="6"/>
      <dgm:spPr/>
      <dgm:t>
        <a:bodyPr/>
        <a:lstStyle/>
        <a:p>
          <a:endParaRPr lang="zh-TW" altLang="en-US"/>
        </a:p>
      </dgm:t>
    </dgm:pt>
    <dgm:pt modelId="{5E99B826-2385-4ACC-AAF0-ACFDAF1E8A81}" type="pres">
      <dgm:prSet presAssocID="{2C491344-8488-40A8-ADD4-7AB985B0A787}" presName="node" presStyleLbl="node1" presStyleIdx="4" presStyleCnt="6" custScaleX="10999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AE210B9-8875-438D-86A5-1936941A2DD3}" type="pres">
      <dgm:prSet presAssocID="{0C7FC41F-3F1C-4F05-B102-9A71849004E2}" presName="parTrans" presStyleLbl="sibTrans2D1" presStyleIdx="5" presStyleCnt="6"/>
      <dgm:spPr/>
      <dgm:t>
        <a:bodyPr/>
        <a:lstStyle/>
        <a:p>
          <a:endParaRPr lang="zh-TW" altLang="en-US"/>
        </a:p>
      </dgm:t>
    </dgm:pt>
    <dgm:pt modelId="{2D6B0B39-7F75-402D-BF91-9CB11F15E392}" type="pres">
      <dgm:prSet presAssocID="{0C7FC41F-3F1C-4F05-B102-9A71849004E2}" presName="connectorText" presStyleLbl="sibTrans2D1" presStyleIdx="5" presStyleCnt="6"/>
      <dgm:spPr/>
      <dgm:t>
        <a:bodyPr/>
        <a:lstStyle/>
        <a:p>
          <a:endParaRPr lang="zh-TW" altLang="en-US"/>
        </a:p>
      </dgm:t>
    </dgm:pt>
    <dgm:pt modelId="{87D3485C-E6DC-4C44-A799-E725A8990259}" type="pres">
      <dgm:prSet presAssocID="{A15FD926-4457-4414-A036-B02645722593}" presName="node" presStyleLbl="node1" presStyleIdx="5" presStyleCnt="6" custScaleX="10570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1962C4C-6F25-4346-8B16-271125F6CA56}" srcId="{402079E2-8094-4718-8EED-D1E5D6444AD6}" destId="{D65AF6E6-5142-4F29-8659-BA12E80657E8}" srcOrd="0" destOrd="0" parTransId="{C4648FBB-B527-4F7D-85E1-39F029C48190}" sibTransId="{581D121C-BE45-4E40-B607-56835358B18A}"/>
    <dgm:cxn modelId="{B4DC75D1-5DB0-4BCE-8E40-0853659570D8}" type="presOf" srcId="{7229A4A6-298E-4C27-A93F-C244B50FD4A7}" destId="{2853D2FA-ECDB-40AC-AC3E-14161D55CE48}" srcOrd="1" destOrd="0" presId="urn:microsoft.com/office/officeart/2005/8/layout/radial5"/>
    <dgm:cxn modelId="{3D22282F-AA75-4AB1-B58C-117848419FAC}" type="presOf" srcId="{4B96E7EF-CCE7-4250-9FC1-6DC57DFFEED6}" destId="{F4D0CC0A-4B93-4EE6-9FF8-4555A933BF54}" srcOrd="0" destOrd="0" presId="urn:microsoft.com/office/officeart/2005/8/layout/radial5"/>
    <dgm:cxn modelId="{9CC06759-8535-4F15-90D8-81F27330C9A4}" type="presOf" srcId="{5D75F178-11B7-4034-ACC0-3A5CAF06A38D}" destId="{CCCB9FEF-3289-4ED1-9E41-A2C9C6126234}" srcOrd="1" destOrd="0" presId="urn:microsoft.com/office/officeart/2005/8/layout/radial5"/>
    <dgm:cxn modelId="{C1F923CA-DD1D-4D23-B901-C6F80BE9CAF3}" srcId="{D65AF6E6-5142-4F29-8659-BA12E80657E8}" destId="{1AA82DAE-DE7E-4F0C-9D73-EAEAC25DC182}" srcOrd="3" destOrd="0" parTransId="{B5B75C15-CDD7-4068-BA91-AFA56A042005}" sibTransId="{D873CBEF-7B5E-4085-9F1C-8B646C778C34}"/>
    <dgm:cxn modelId="{2517B992-A8F4-446D-80B5-3835D26B0AF6}" type="presOf" srcId="{0C7FC41F-3F1C-4F05-B102-9A71849004E2}" destId="{2D6B0B39-7F75-402D-BF91-9CB11F15E392}" srcOrd="1" destOrd="0" presId="urn:microsoft.com/office/officeart/2005/8/layout/radial5"/>
    <dgm:cxn modelId="{90EA8B72-2664-4A26-A03F-91F63FD519FB}" type="presOf" srcId="{0C7FC41F-3F1C-4F05-B102-9A71849004E2}" destId="{0AE210B9-8875-438D-86A5-1936941A2DD3}" srcOrd="0" destOrd="0" presId="urn:microsoft.com/office/officeart/2005/8/layout/radial5"/>
    <dgm:cxn modelId="{BDE2DDB5-B3E7-421D-932B-80165B3DB76D}" srcId="{D65AF6E6-5142-4F29-8659-BA12E80657E8}" destId="{47E61DEF-3A09-48DB-A217-A972B576CD32}" srcOrd="2" destOrd="0" parTransId="{95103B2F-6784-48D5-B582-126EFD0E84C5}" sibTransId="{C56A91A2-9F71-49F2-AEF3-ACA47920DE04}"/>
    <dgm:cxn modelId="{FED6D72B-AB8F-471E-B766-BDF82B722EDA}" type="presOf" srcId="{5C704ACE-C3A7-4E0C-96C0-0FF33AE174A3}" destId="{C9F9FFD8-E7A1-4B31-BA62-E6AF94087B40}" srcOrd="0" destOrd="0" presId="urn:microsoft.com/office/officeart/2005/8/layout/radial5"/>
    <dgm:cxn modelId="{0AC1825D-5441-4E8D-8ADA-80DA456FE714}" srcId="{D65AF6E6-5142-4F29-8659-BA12E80657E8}" destId="{5C704ACE-C3A7-4E0C-96C0-0FF33AE174A3}" srcOrd="1" destOrd="0" parTransId="{5D75F178-11B7-4034-ACC0-3A5CAF06A38D}" sibTransId="{E70DD0C0-9CBF-4E53-B087-7E17361F43E5}"/>
    <dgm:cxn modelId="{F344412E-EBD4-42B5-BD9B-47C6647DD972}" type="presOf" srcId="{B5B75C15-CDD7-4068-BA91-AFA56A042005}" destId="{974F1BDE-E852-4491-9386-6964585B971B}" srcOrd="1" destOrd="0" presId="urn:microsoft.com/office/officeart/2005/8/layout/radial5"/>
    <dgm:cxn modelId="{1BDD9EA8-8DA6-4C9D-B415-BDBF1F5ACB6E}" type="presOf" srcId="{7229A4A6-298E-4C27-A93F-C244B50FD4A7}" destId="{89DF4707-191D-49B2-97F5-6AE9473DAB72}" srcOrd="0" destOrd="0" presId="urn:microsoft.com/office/officeart/2005/8/layout/radial5"/>
    <dgm:cxn modelId="{8DD14BD8-7694-478F-B511-2042A7B5F933}" type="presOf" srcId="{2C491344-8488-40A8-ADD4-7AB985B0A787}" destId="{5E99B826-2385-4ACC-AAF0-ACFDAF1E8A81}" srcOrd="0" destOrd="0" presId="urn:microsoft.com/office/officeart/2005/8/layout/radial5"/>
    <dgm:cxn modelId="{83DE8950-966D-4EFE-8F56-2C4E60393548}" type="presOf" srcId="{402079E2-8094-4718-8EED-D1E5D6444AD6}" destId="{3B0B4CF6-D6EF-40D9-A2E1-A053310D42AA}" srcOrd="0" destOrd="0" presId="urn:microsoft.com/office/officeart/2005/8/layout/radial5"/>
    <dgm:cxn modelId="{6E894007-C1FD-4E77-92BC-795E6B55EE7F}" type="presOf" srcId="{D65AF6E6-5142-4F29-8659-BA12E80657E8}" destId="{7DDF8403-97C9-4AC5-A1F2-7D793FC707CE}" srcOrd="0" destOrd="0" presId="urn:microsoft.com/office/officeart/2005/8/layout/radial5"/>
    <dgm:cxn modelId="{06CC64B0-FF1C-4E9B-83B2-DC156D767EFF}" type="presOf" srcId="{47E61DEF-3A09-48DB-A217-A972B576CD32}" destId="{975E598C-6EE9-4729-BB35-29C7D45F739B}" srcOrd="0" destOrd="0" presId="urn:microsoft.com/office/officeart/2005/8/layout/radial5"/>
    <dgm:cxn modelId="{76D24762-0107-458C-BD8F-8D1C634BBABC}" type="presOf" srcId="{1AA82DAE-DE7E-4F0C-9D73-EAEAC25DC182}" destId="{E892A996-46E2-4B44-8AD4-730153712744}" srcOrd="0" destOrd="0" presId="urn:microsoft.com/office/officeart/2005/8/layout/radial5"/>
    <dgm:cxn modelId="{B49EEAE5-D877-4443-A8C6-A03798B4B4BD}" type="presOf" srcId="{95103B2F-6784-48D5-B582-126EFD0E84C5}" destId="{3A0B7E6D-102E-41E6-8579-C47AE91D0EED}" srcOrd="0" destOrd="0" presId="urn:microsoft.com/office/officeart/2005/8/layout/radial5"/>
    <dgm:cxn modelId="{DC29D05F-AEE5-49D4-A7F8-8571F02707F5}" type="presOf" srcId="{107A4E48-151E-4BEF-83CC-1FA5823C152F}" destId="{F8561528-1F2B-4A32-B38C-B27B35E04A83}" srcOrd="1" destOrd="0" presId="urn:microsoft.com/office/officeart/2005/8/layout/radial5"/>
    <dgm:cxn modelId="{CE94B2AD-74B9-4DD2-BF93-EF7561231B1F}" srcId="{D65AF6E6-5142-4F29-8659-BA12E80657E8}" destId="{2C491344-8488-40A8-ADD4-7AB985B0A787}" srcOrd="4" destOrd="0" parTransId="{107A4E48-151E-4BEF-83CC-1FA5823C152F}" sibTransId="{D0990A67-6B21-481B-958C-E3EE3E2EC0B0}"/>
    <dgm:cxn modelId="{6A1A207C-EC54-43C7-9FDF-802990B16C02}" type="presOf" srcId="{107A4E48-151E-4BEF-83CC-1FA5823C152F}" destId="{84D8D9C1-CF66-4E86-8810-12FF1F84CB19}" srcOrd="0" destOrd="0" presId="urn:microsoft.com/office/officeart/2005/8/layout/radial5"/>
    <dgm:cxn modelId="{AF84C23C-8A11-4406-9841-504CC7889600}" type="presOf" srcId="{95103B2F-6784-48D5-B582-126EFD0E84C5}" destId="{04E665E7-DDFB-48BB-8BBD-A2870A1E50A6}" srcOrd="1" destOrd="0" presId="urn:microsoft.com/office/officeart/2005/8/layout/radial5"/>
    <dgm:cxn modelId="{6361660B-9DAB-4203-9228-034C28A78723}" type="presOf" srcId="{A15FD926-4457-4414-A036-B02645722593}" destId="{87D3485C-E6DC-4C44-A799-E725A8990259}" srcOrd="0" destOrd="0" presId="urn:microsoft.com/office/officeart/2005/8/layout/radial5"/>
    <dgm:cxn modelId="{A1EB06CA-C45A-4943-95E1-5706714E3127}" srcId="{D65AF6E6-5142-4F29-8659-BA12E80657E8}" destId="{4B96E7EF-CCE7-4250-9FC1-6DC57DFFEED6}" srcOrd="0" destOrd="0" parTransId="{7229A4A6-298E-4C27-A93F-C244B50FD4A7}" sibTransId="{5E879B9D-AD4F-4DC4-93EE-D7098C0841A7}"/>
    <dgm:cxn modelId="{2C78F1D4-02A0-4C37-A9A5-6B15B9DFEC52}" srcId="{D65AF6E6-5142-4F29-8659-BA12E80657E8}" destId="{A15FD926-4457-4414-A036-B02645722593}" srcOrd="5" destOrd="0" parTransId="{0C7FC41F-3F1C-4F05-B102-9A71849004E2}" sibTransId="{2A6D6FFF-EC23-4B89-9EA6-C9F9CC028149}"/>
    <dgm:cxn modelId="{C211FE8A-BA2B-4B11-8714-7D162680EA69}" type="presOf" srcId="{5D75F178-11B7-4034-ACC0-3A5CAF06A38D}" destId="{F960CAF9-AA2A-4836-8BCE-B1E2C2F7FC5C}" srcOrd="0" destOrd="0" presId="urn:microsoft.com/office/officeart/2005/8/layout/radial5"/>
    <dgm:cxn modelId="{B4C5C7DB-3D20-410C-9D1E-23580EB56C32}" type="presOf" srcId="{B5B75C15-CDD7-4068-BA91-AFA56A042005}" destId="{F90F39FD-5D29-495C-9947-FD2D6FDDAC29}" srcOrd="0" destOrd="0" presId="urn:microsoft.com/office/officeart/2005/8/layout/radial5"/>
    <dgm:cxn modelId="{34C82E4D-467B-45F0-9E12-811AB037CB13}" type="presParOf" srcId="{3B0B4CF6-D6EF-40D9-A2E1-A053310D42AA}" destId="{7DDF8403-97C9-4AC5-A1F2-7D793FC707CE}" srcOrd="0" destOrd="0" presId="urn:microsoft.com/office/officeart/2005/8/layout/radial5"/>
    <dgm:cxn modelId="{0C435E6B-0F0B-435D-9EB1-9ACD9C02FA2C}" type="presParOf" srcId="{3B0B4CF6-D6EF-40D9-A2E1-A053310D42AA}" destId="{89DF4707-191D-49B2-97F5-6AE9473DAB72}" srcOrd="1" destOrd="0" presId="urn:microsoft.com/office/officeart/2005/8/layout/radial5"/>
    <dgm:cxn modelId="{F4449203-3CE8-416C-8BCE-6DCF47500166}" type="presParOf" srcId="{89DF4707-191D-49B2-97F5-6AE9473DAB72}" destId="{2853D2FA-ECDB-40AC-AC3E-14161D55CE48}" srcOrd="0" destOrd="0" presId="urn:microsoft.com/office/officeart/2005/8/layout/radial5"/>
    <dgm:cxn modelId="{9A2476D0-5F9D-4B4C-A0E8-36BB8A309943}" type="presParOf" srcId="{3B0B4CF6-D6EF-40D9-A2E1-A053310D42AA}" destId="{F4D0CC0A-4B93-4EE6-9FF8-4555A933BF54}" srcOrd="2" destOrd="0" presId="urn:microsoft.com/office/officeart/2005/8/layout/radial5"/>
    <dgm:cxn modelId="{C0B2DE34-BACA-458B-8C58-532D94DB3E0B}" type="presParOf" srcId="{3B0B4CF6-D6EF-40D9-A2E1-A053310D42AA}" destId="{F960CAF9-AA2A-4836-8BCE-B1E2C2F7FC5C}" srcOrd="3" destOrd="0" presId="urn:microsoft.com/office/officeart/2005/8/layout/radial5"/>
    <dgm:cxn modelId="{4E2A6590-97BE-4D31-8286-01B23C3B25FD}" type="presParOf" srcId="{F960CAF9-AA2A-4836-8BCE-B1E2C2F7FC5C}" destId="{CCCB9FEF-3289-4ED1-9E41-A2C9C6126234}" srcOrd="0" destOrd="0" presId="urn:microsoft.com/office/officeart/2005/8/layout/radial5"/>
    <dgm:cxn modelId="{FD173A6F-DDE6-4E48-B960-169CAA768B14}" type="presParOf" srcId="{3B0B4CF6-D6EF-40D9-A2E1-A053310D42AA}" destId="{C9F9FFD8-E7A1-4B31-BA62-E6AF94087B40}" srcOrd="4" destOrd="0" presId="urn:microsoft.com/office/officeart/2005/8/layout/radial5"/>
    <dgm:cxn modelId="{0E570359-1F1E-4367-BD51-1B0DA69E0749}" type="presParOf" srcId="{3B0B4CF6-D6EF-40D9-A2E1-A053310D42AA}" destId="{3A0B7E6D-102E-41E6-8579-C47AE91D0EED}" srcOrd="5" destOrd="0" presId="urn:microsoft.com/office/officeart/2005/8/layout/radial5"/>
    <dgm:cxn modelId="{D0ADA465-A8BC-46E6-8CA3-6BAB3631FF57}" type="presParOf" srcId="{3A0B7E6D-102E-41E6-8579-C47AE91D0EED}" destId="{04E665E7-DDFB-48BB-8BBD-A2870A1E50A6}" srcOrd="0" destOrd="0" presId="urn:microsoft.com/office/officeart/2005/8/layout/radial5"/>
    <dgm:cxn modelId="{4CFA2CBB-9133-4A50-B920-ECCD035067D2}" type="presParOf" srcId="{3B0B4CF6-D6EF-40D9-A2E1-A053310D42AA}" destId="{975E598C-6EE9-4729-BB35-29C7D45F739B}" srcOrd="6" destOrd="0" presId="urn:microsoft.com/office/officeart/2005/8/layout/radial5"/>
    <dgm:cxn modelId="{67C24D0D-C172-4006-A7DC-00B5F4327BF1}" type="presParOf" srcId="{3B0B4CF6-D6EF-40D9-A2E1-A053310D42AA}" destId="{F90F39FD-5D29-495C-9947-FD2D6FDDAC29}" srcOrd="7" destOrd="0" presId="urn:microsoft.com/office/officeart/2005/8/layout/radial5"/>
    <dgm:cxn modelId="{8D8D7FF6-EB27-458E-8D83-6C1FC3DF39AA}" type="presParOf" srcId="{F90F39FD-5D29-495C-9947-FD2D6FDDAC29}" destId="{974F1BDE-E852-4491-9386-6964585B971B}" srcOrd="0" destOrd="0" presId="urn:microsoft.com/office/officeart/2005/8/layout/radial5"/>
    <dgm:cxn modelId="{759EC307-73C6-4F71-80DB-0779B3BB7B12}" type="presParOf" srcId="{3B0B4CF6-D6EF-40D9-A2E1-A053310D42AA}" destId="{E892A996-46E2-4B44-8AD4-730153712744}" srcOrd="8" destOrd="0" presId="urn:microsoft.com/office/officeart/2005/8/layout/radial5"/>
    <dgm:cxn modelId="{FDE3B986-4281-4433-A07C-F331C5D175E7}" type="presParOf" srcId="{3B0B4CF6-D6EF-40D9-A2E1-A053310D42AA}" destId="{84D8D9C1-CF66-4E86-8810-12FF1F84CB19}" srcOrd="9" destOrd="0" presId="urn:microsoft.com/office/officeart/2005/8/layout/radial5"/>
    <dgm:cxn modelId="{16FC0323-38EF-4AE8-9343-A1A23756F674}" type="presParOf" srcId="{84D8D9C1-CF66-4E86-8810-12FF1F84CB19}" destId="{F8561528-1F2B-4A32-B38C-B27B35E04A83}" srcOrd="0" destOrd="0" presId="urn:microsoft.com/office/officeart/2005/8/layout/radial5"/>
    <dgm:cxn modelId="{C9ACAC0B-D1BB-4A27-9059-102FEA28E450}" type="presParOf" srcId="{3B0B4CF6-D6EF-40D9-A2E1-A053310D42AA}" destId="{5E99B826-2385-4ACC-AAF0-ACFDAF1E8A81}" srcOrd="10" destOrd="0" presId="urn:microsoft.com/office/officeart/2005/8/layout/radial5"/>
    <dgm:cxn modelId="{0B7276FC-E7A4-426A-9F13-71C08D800BF8}" type="presParOf" srcId="{3B0B4CF6-D6EF-40D9-A2E1-A053310D42AA}" destId="{0AE210B9-8875-438D-86A5-1936941A2DD3}" srcOrd="11" destOrd="0" presId="urn:microsoft.com/office/officeart/2005/8/layout/radial5"/>
    <dgm:cxn modelId="{13EE8272-79D2-4D7B-ACF0-525634A2A8ED}" type="presParOf" srcId="{0AE210B9-8875-438D-86A5-1936941A2DD3}" destId="{2D6B0B39-7F75-402D-BF91-9CB11F15E392}" srcOrd="0" destOrd="0" presId="urn:microsoft.com/office/officeart/2005/8/layout/radial5"/>
    <dgm:cxn modelId="{DF473A15-356C-4898-A842-90BAA787AAF3}" type="presParOf" srcId="{3B0B4CF6-D6EF-40D9-A2E1-A053310D42AA}" destId="{87D3485C-E6DC-4C44-A799-E725A8990259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F8403-97C9-4AC5-A1F2-7D793FC707CE}">
      <dsp:nvSpPr>
        <dsp:cNvPr id="0" name=""/>
        <dsp:cNvSpPr/>
      </dsp:nvSpPr>
      <dsp:spPr>
        <a:xfrm>
          <a:off x="3189970" y="2156898"/>
          <a:ext cx="2098026" cy="870778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b="1" kern="1200" dirty="0" smtClean="0"/>
            <a:t>OPENERS</a:t>
          </a:r>
          <a:endParaRPr lang="zh-TW" altLang="en-US" sz="2100" b="1" kern="1200" dirty="0"/>
        </a:p>
      </dsp:txBody>
      <dsp:txXfrm>
        <a:off x="3497219" y="2284420"/>
        <a:ext cx="1483528" cy="615734"/>
      </dsp:txXfrm>
    </dsp:sp>
    <dsp:sp modelId="{89DF4707-191D-49B2-97F5-6AE9473DAB72}">
      <dsp:nvSpPr>
        <dsp:cNvPr id="0" name=""/>
        <dsp:cNvSpPr/>
      </dsp:nvSpPr>
      <dsp:spPr>
        <a:xfrm rot="16200000">
          <a:off x="4029476" y="1541693"/>
          <a:ext cx="419015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400" kern="1200"/>
        </a:p>
      </dsp:txBody>
      <dsp:txXfrm>
        <a:off x="4092328" y="1697252"/>
        <a:ext cx="293311" cy="278119"/>
      </dsp:txXfrm>
    </dsp:sp>
    <dsp:sp modelId="{F4D0CC0A-4B93-4EE6-9FF8-4555A933BF54}">
      <dsp:nvSpPr>
        <dsp:cNvPr id="0" name=""/>
        <dsp:cNvSpPr/>
      </dsp:nvSpPr>
      <dsp:spPr>
        <a:xfrm>
          <a:off x="3513587" y="2968"/>
          <a:ext cx="1450793" cy="1363335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solidFill>
                <a:schemeClr val="tx1"/>
              </a:solidFill>
            </a:rPr>
            <a:t>Give them</a:t>
          </a:r>
          <a:endParaRPr lang="zh-TW" altLang="en-US" sz="2000" b="1" kern="1200" dirty="0">
            <a:solidFill>
              <a:schemeClr val="tx1"/>
            </a:solidFill>
          </a:endParaRPr>
        </a:p>
      </dsp:txBody>
      <dsp:txXfrm>
        <a:off x="3726051" y="202624"/>
        <a:ext cx="1025865" cy="964023"/>
      </dsp:txXfrm>
    </dsp:sp>
    <dsp:sp modelId="{F960CAF9-AA2A-4836-8BCE-B1E2C2F7FC5C}">
      <dsp:nvSpPr>
        <dsp:cNvPr id="0" name=""/>
        <dsp:cNvSpPr/>
      </dsp:nvSpPr>
      <dsp:spPr>
        <a:xfrm rot="19800000">
          <a:off x="4927861" y="1887235"/>
          <a:ext cx="261754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400" kern="1200"/>
        </a:p>
      </dsp:txBody>
      <dsp:txXfrm>
        <a:off x="4933121" y="1999574"/>
        <a:ext cx="183228" cy="278119"/>
      </dsp:txXfrm>
    </dsp:sp>
    <dsp:sp modelId="{C9F9FFD8-E7A1-4B31-BA62-E6AF94087B40}">
      <dsp:nvSpPr>
        <dsp:cNvPr id="0" name=""/>
        <dsp:cNvSpPr/>
      </dsp:nvSpPr>
      <dsp:spPr>
        <a:xfrm>
          <a:off x="5175335" y="956794"/>
          <a:ext cx="1431447" cy="1363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solidFill>
                <a:schemeClr val="tx1"/>
              </a:solidFill>
            </a:rPr>
            <a:t>Tell them</a:t>
          </a:r>
          <a:endParaRPr lang="zh-TW" altLang="en-US" sz="2000" b="1" kern="1200" dirty="0">
            <a:solidFill>
              <a:schemeClr val="tx1"/>
            </a:solidFill>
          </a:endParaRPr>
        </a:p>
      </dsp:txBody>
      <dsp:txXfrm>
        <a:off x="5384966" y="1156450"/>
        <a:ext cx="1012185" cy="964023"/>
      </dsp:txXfrm>
    </dsp:sp>
    <dsp:sp modelId="{3A0B7E6D-102E-41E6-8579-C47AE91D0EED}">
      <dsp:nvSpPr>
        <dsp:cNvPr id="0" name=""/>
        <dsp:cNvSpPr/>
      </dsp:nvSpPr>
      <dsp:spPr>
        <a:xfrm rot="1800000">
          <a:off x="4925974" y="2830853"/>
          <a:ext cx="255300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400" kern="1200"/>
        </a:p>
      </dsp:txBody>
      <dsp:txXfrm>
        <a:off x="4931105" y="2904413"/>
        <a:ext cx="178710" cy="278119"/>
      </dsp:txXfrm>
    </dsp:sp>
    <dsp:sp modelId="{975E598C-6EE9-4729-BB35-29C7D45F739B}">
      <dsp:nvSpPr>
        <dsp:cNvPr id="0" name=""/>
        <dsp:cNvSpPr/>
      </dsp:nvSpPr>
      <dsp:spPr>
        <a:xfrm>
          <a:off x="5158307" y="2864446"/>
          <a:ext cx="1465503" cy="1363335"/>
        </a:xfrm>
        <a:prstGeom prst="ellipse">
          <a:avLst/>
        </a:prstGeom>
        <a:solidFill>
          <a:srgbClr val="CC99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7778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750" b="1" kern="1200" dirty="0" smtClean="0">
              <a:solidFill>
                <a:schemeClr val="tx1"/>
              </a:solidFill>
            </a:rPr>
            <a:t>Explode</a:t>
          </a:r>
          <a:endParaRPr lang="zh-TW" altLang="en-US" sz="1750" b="1" kern="1200" dirty="0">
            <a:solidFill>
              <a:schemeClr val="tx1"/>
            </a:solidFill>
          </a:endParaRPr>
        </a:p>
      </dsp:txBody>
      <dsp:txXfrm>
        <a:off x="5372925" y="3064102"/>
        <a:ext cx="1036267" cy="964023"/>
      </dsp:txXfrm>
    </dsp:sp>
    <dsp:sp modelId="{F90F39FD-5D29-495C-9947-FD2D6FDDAC29}">
      <dsp:nvSpPr>
        <dsp:cNvPr id="0" name=""/>
        <dsp:cNvSpPr/>
      </dsp:nvSpPr>
      <dsp:spPr>
        <a:xfrm rot="5400000">
          <a:off x="4029476" y="3179349"/>
          <a:ext cx="419015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400" kern="1200"/>
        </a:p>
      </dsp:txBody>
      <dsp:txXfrm>
        <a:off x="4092328" y="3209204"/>
        <a:ext cx="293311" cy="278119"/>
      </dsp:txXfrm>
    </dsp:sp>
    <dsp:sp modelId="{E892A996-46E2-4B44-8AD4-730153712744}">
      <dsp:nvSpPr>
        <dsp:cNvPr id="0" name=""/>
        <dsp:cNvSpPr/>
      </dsp:nvSpPr>
      <dsp:spPr>
        <a:xfrm>
          <a:off x="3488052" y="3818272"/>
          <a:ext cx="1501863" cy="1363335"/>
        </a:xfrm>
        <a:prstGeom prst="ellipse">
          <a:avLst/>
        </a:prstGeom>
        <a:solidFill>
          <a:srgbClr val="FF99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solidFill>
                <a:schemeClr val="tx1"/>
              </a:solidFill>
            </a:rPr>
            <a:t>Ask them</a:t>
          </a:r>
          <a:endParaRPr lang="zh-TW" altLang="en-US" sz="2000" b="1" kern="1200" dirty="0">
            <a:solidFill>
              <a:schemeClr val="tx1"/>
            </a:solidFill>
          </a:endParaRPr>
        </a:p>
      </dsp:txBody>
      <dsp:txXfrm>
        <a:off x="3707995" y="4017928"/>
        <a:ext cx="1061977" cy="964023"/>
      </dsp:txXfrm>
    </dsp:sp>
    <dsp:sp modelId="{84D8D9C1-CF66-4E86-8810-12FF1F84CB19}">
      <dsp:nvSpPr>
        <dsp:cNvPr id="0" name=""/>
        <dsp:cNvSpPr/>
      </dsp:nvSpPr>
      <dsp:spPr>
        <a:xfrm rot="9000000">
          <a:off x="3304875" y="2827957"/>
          <a:ext cx="248969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2000" kern="1200"/>
        </a:p>
      </dsp:txBody>
      <dsp:txXfrm rot="10800000">
        <a:off x="3374563" y="2901991"/>
        <a:ext cx="174278" cy="278119"/>
      </dsp:txXfrm>
    </dsp:sp>
    <dsp:sp modelId="{5E99B826-2385-4ACC-AAF0-ACFDAF1E8A81}">
      <dsp:nvSpPr>
        <dsp:cNvPr id="0" name=""/>
        <dsp:cNvSpPr/>
      </dsp:nvSpPr>
      <dsp:spPr>
        <a:xfrm>
          <a:off x="1837129" y="2864446"/>
          <a:ext cx="1499559" cy="136333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7778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750" b="1" kern="1200" dirty="0" smtClean="0">
              <a:solidFill>
                <a:schemeClr val="tx1"/>
              </a:solidFill>
            </a:rPr>
            <a:t>Show them</a:t>
          </a:r>
          <a:endParaRPr lang="zh-TW" altLang="en-US" sz="1750" b="1" kern="1200" dirty="0">
            <a:solidFill>
              <a:schemeClr val="tx1"/>
            </a:solidFill>
          </a:endParaRPr>
        </a:p>
      </dsp:txBody>
      <dsp:txXfrm>
        <a:off x="2056734" y="3064102"/>
        <a:ext cx="1060349" cy="964023"/>
      </dsp:txXfrm>
    </dsp:sp>
    <dsp:sp modelId="{0AE210B9-8875-438D-86A5-1936941A2DD3}">
      <dsp:nvSpPr>
        <dsp:cNvPr id="0" name=""/>
        <dsp:cNvSpPr/>
      </dsp:nvSpPr>
      <dsp:spPr>
        <a:xfrm rot="12600000">
          <a:off x="3290728" y="1888076"/>
          <a:ext cx="259915" cy="463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2000" kern="1200"/>
        </a:p>
      </dsp:txBody>
      <dsp:txXfrm rot="10800000">
        <a:off x="3363479" y="2000277"/>
        <a:ext cx="181941" cy="278119"/>
      </dsp:txXfrm>
    </dsp:sp>
    <dsp:sp modelId="{87D3485C-E6DC-4C44-A799-E725A8990259}">
      <dsp:nvSpPr>
        <dsp:cNvPr id="0" name=""/>
        <dsp:cNvSpPr/>
      </dsp:nvSpPr>
      <dsp:spPr>
        <a:xfrm>
          <a:off x="1866365" y="956794"/>
          <a:ext cx="1441086" cy="1363335"/>
        </a:xfrm>
        <a:prstGeom prst="ellipse">
          <a:avLst/>
        </a:prstGeom>
        <a:solidFill>
          <a:srgbClr val="FF99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solidFill>
                <a:schemeClr val="tx1"/>
              </a:solidFill>
            </a:rPr>
            <a:t>Quote</a:t>
          </a:r>
          <a:endParaRPr lang="zh-TW" altLang="en-US" sz="2000" b="1" kern="1200" dirty="0">
            <a:solidFill>
              <a:schemeClr val="tx1"/>
            </a:solidFill>
          </a:endParaRPr>
        </a:p>
      </dsp:txBody>
      <dsp:txXfrm>
        <a:off x="2077407" y="1156450"/>
        <a:ext cx="1019002" cy="964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Verdana" pitchFamily="34" charset="0"/>
              </a:defRPr>
            </a:lvl1pPr>
          </a:lstStyle>
          <a:p>
            <a:pPr>
              <a:defRPr/>
            </a:pPr>
            <a:fld id="{FCCA091F-534E-49DF-9595-A2D0A54276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809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696913"/>
            <a:ext cx="502602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97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Verdana" pitchFamily="34" charset="0"/>
              </a:defRPr>
            </a:lvl1pPr>
          </a:lstStyle>
          <a:p>
            <a:pPr>
              <a:defRPr/>
            </a:pPr>
            <a:fld id="{26FD1519-0094-4227-9CB6-7138BB73C1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8385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B88AAB2-C7C0-4038-BAD6-AE09CFFD8C81}" type="slidenum">
              <a:rPr lang="en-US" altLang="zh-CN" smtClean="0">
                <a:latin typeface="Verdana" pitchFamily="34" charset="0"/>
              </a:rPr>
              <a:pPr/>
              <a:t>1</a:t>
            </a:fld>
            <a:endParaRPr lang="en-US" altLang="zh-CN" smtClean="0">
              <a:latin typeface="Verdana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5838" y="696913"/>
            <a:ext cx="5026025" cy="34813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dirty="0" smtClean="0"/>
              <a:t>What is it about our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simul</a:t>
            </a:r>
            <a:r>
              <a:rPr lang="en-US" altLang="zh-TW" baseline="0" dirty="0" smtClean="0"/>
              <a:t>-speech?</a:t>
            </a:r>
          </a:p>
          <a:p>
            <a:pPr eaLnBrk="1" hangingPunct="1"/>
            <a:r>
              <a:rPr lang="en-US" altLang="zh-TW" baseline="0" dirty="0" smtClean="0"/>
              <a:t>How to prepare for that?</a:t>
            </a:r>
            <a:endParaRPr lang="zh-TW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647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880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85838" y="696913"/>
            <a:ext cx="5026025" cy="3481387"/>
          </a:xfrm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C632A5D-C7CE-449C-9436-2A64E780C815}" type="slidenum">
              <a:rPr lang="en-US" altLang="zh-CN" smtClean="0">
                <a:latin typeface="Verdana" pitchFamily="34" charset="0"/>
              </a:rPr>
              <a:pPr/>
              <a:t>3</a:t>
            </a:fld>
            <a:endParaRPr lang="en-US" altLang="zh-CN" smtClean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17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TW" sz="1200" dirty="0" smtClean="0">
                <a:solidFill>
                  <a:schemeClr val="tx1"/>
                </a:solidFill>
              </a:rPr>
              <a:t>Focus on 3~4 points and find a logic to connect them.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3797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486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95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771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870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699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1293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987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826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958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565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2769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9528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73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287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44576" y="696316"/>
            <a:ext cx="5108550" cy="3481572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prstClr val="black"/>
              </a:buClr>
              <a:defRPr/>
            </a:pPr>
            <a:fld id="{26FD1519-0094-4227-9CB6-7138BB73C1F3}" type="slidenum">
              <a:rPr lang="en-US" altLang="zh-CN" smtClean="0">
                <a:solidFill>
                  <a:prstClr val="black"/>
                </a:solidFill>
              </a:rPr>
              <a:pPr>
                <a:buClr>
                  <a:prstClr val="black"/>
                </a:buClr>
                <a:defRPr/>
              </a:pPr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061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44576" y="696316"/>
            <a:ext cx="5108550" cy="3481572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prstClr val="black"/>
              </a:buClr>
              <a:defRPr/>
            </a:pPr>
            <a:fld id="{26FD1519-0094-4227-9CB6-7138BB73C1F3}" type="slidenum">
              <a:rPr lang="en-US" altLang="zh-CN" smtClean="0">
                <a:solidFill>
                  <a:prstClr val="black"/>
                </a:solidFill>
              </a:rPr>
              <a:pPr>
                <a:buClr>
                  <a:prstClr val="black"/>
                </a:buClr>
                <a:defRPr/>
              </a:pPr>
              <a:t>22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10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4250" y="696913"/>
            <a:ext cx="5029200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altLang="zh-TW" dirty="0" smtClean="0"/>
              <a:t>Say</a:t>
            </a:r>
            <a:r>
              <a:rPr lang="en-US" altLang="zh-TW" baseline="0" dirty="0" smtClean="0"/>
              <a:t> you don’t know</a:t>
            </a:r>
          </a:p>
          <a:p>
            <a:pPr marL="228600" indent="-228600">
              <a:buAutoNum type="arabicPeriod"/>
            </a:pPr>
            <a:r>
              <a:rPr lang="en-US" altLang="zh-TW" baseline="0" dirty="0" smtClean="0"/>
              <a:t>Ask for their thinking</a:t>
            </a:r>
          </a:p>
          <a:p>
            <a:pPr marL="228600" indent="-228600">
              <a:buAutoNum type="arabicPeriod"/>
            </a:pPr>
            <a:r>
              <a:rPr lang="en-US" altLang="zh-TW" baseline="0" dirty="0" smtClean="0"/>
              <a:t>Negotiate</a:t>
            </a:r>
          </a:p>
          <a:p>
            <a:pPr marL="228600" indent="-228600">
              <a:buAutoNum type="arabicPeriod"/>
            </a:pPr>
            <a:r>
              <a:rPr lang="en-US" altLang="zh-TW" baseline="0" dirty="0" smtClean="0"/>
              <a:t>Clarify the question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prstClr val="black"/>
              </a:buClr>
              <a:defRPr/>
            </a:pPr>
            <a:fld id="{26FD1519-0094-4227-9CB6-7138BB73C1F3}" type="slidenum">
              <a:rPr lang="en-US" altLang="zh-CN" smtClean="0">
                <a:solidFill>
                  <a:prstClr val="black"/>
                </a:solidFill>
              </a:rPr>
              <a:pPr>
                <a:buClr>
                  <a:prstClr val="black"/>
                </a:buClr>
                <a:defRPr/>
              </a:pPr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061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8528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85838" y="696913"/>
            <a:ext cx="5026025" cy="3481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5530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800">
                <a:solidFill>
                  <a:schemeClr val="accent1"/>
                </a:solidFill>
                <a:latin typeface="Arial" charset="0"/>
              </a:defRPr>
            </a:lvl1pPr>
            <a:lvl2pPr marL="755877" indent="-290722" eaLnBrk="0" hangingPunct="0"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62888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3pPr>
            <a:lvl4pPr marL="1628043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4pPr>
            <a:lvl5pPr marL="2093199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5pPr>
            <a:lvl6pPr marL="2558354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6pPr>
            <a:lvl7pPr marL="3023509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7pPr>
            <a:lvl8pPr marL="3488665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8pPr>
            <a:lvl9pPr marL="3953820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9pPr>
          </a:lstStyle>
          <a:p>
            <a:pPr eaLnBrk="1" hangingPunct="1"/>
            <a:fld id="{27422242-2032-4348-8737-F56972B8A7F2}" type="slidenum">
              <a:rPr lang="zh-TW" altLang="en-US" sz="1200"/>
              <a:pPr eaLnBrk="1" hangingPunct="1"/>
              <a:t>25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1958036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85838" y="696913"/>
            <a:ext cx="5026025" cy="3481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5632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800">
                <a:solidFill>
                  <a:schemeClr val="accent1"/>
                </a:solidFill>
                <a:latin typeface="Arial" charset="0"/>
              </a:defRPr>
            </a:lvl1pPr>
            <a:lvl2pPr marL="755877" indent="-290722" eaLnBrk="0" hangingPunct="0"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62888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3pPr>
            <a:lvl4pPr marL="1628043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4pPr>
            <a:lvl5pPr marL="2093199" indent="-232578" eaLnBrk="0" hangingPunct="0">
              <a:defRPr sz="2800">
                <a:solidFill>
                  <a:schemeClr val="accent1"/>
                </a:solidFill>
                <a:latin typeface="Arial" charset="0"/>
              </a:defRPr>
            </a:lvl5pPr>
            <a:lvl6pPr marL="2558354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6pPr>
            <a:lvl7pPr marL="3023509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7pPr>
            <a:lvl8pPr marL="3488665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8pPr>
            <a:lvl9pPr marL="3953820" indent="-23257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accent1"/>
                </a:solidFill>
                <a:latin typeface="Arial" charset="0"/>
              </a:defRPr>
            </a:lvl9pPr>
          </a:lstStyle>
          <a:p>
            <a:pPr eaLnBrk="1" hangingPunct="1"/>
            <a:fld id="{C48268D2-01E5-4495-A725-08DDED87F1C6}" type="slidenum">
              <a:rPr lang="zh-TW" altLang="en-US" sz="1200"/>
              <a:pPr eaLnBrk="1" hangingPunct="1"/>
              <a:t>26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1731910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85838" y="696913"/>
            <a:ext cx="5026025" cy="3481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FD1519-0094-4227-9CB6-7138BB73C1F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258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30200" y="381000"/>
            <a:ext cx="9245600" cy="5943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750" y="457200"/>
            <a:ext cx="9080500" cy="579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568450" y="2514600"/>
            <a:ext cx="751205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-2889250" y="1981200"/>
            <a:ext cx="3962400" cy="3657600"/>
          </a:xfrm>
          <a:custGeom>
            <a:avLst/>
            <a:gdLst>
              <a:gd name="G0" fmla="+- 14556 0 0"/>
              <a:gd name="G1" fmla="+- -31111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6556" y="3502"/>
              </a:cxn>
              <a:cxn ang="0">
                <a:pos x="64000" y="32000"/>
              </a:cxn>
              <a:cxn ang="0">
                <a:pos x="46556" y="60497"/>
              </a:cxn>
              <a:cxn ang="0">
                <a:pos x="46556" y="60497"/>
              </a:cxn>
              <a:cxn ang="0">
                <a:pos x="46555" y="60497"/>
              </a:cxn>
              <a:cxn ang="0">
                <a:pos x="46556" y="60498"/>
              </a:cxn>
              <a:cxn ang="0">
                <a:pos x="46556" y="3502"/>
              </a:cxn>
              <a:cxn ang="0">
                <a:pos x="46555" y="3502"/>
              </a:cxn>
              <a:cxn ang="0">
                <a:pos x="46556" y="3502"/>
              </a:cxn>
            </a:cxnLst>
            <a:rect l="T13" t="T15" r="T17" b="T19"/>
            <a:pathLst>
              <a:path w="64000" h="64000">
                <a:moveTo>
                  <a:pt x="46556" y="3502"/>
                </a:moveTo>
                <a:cubicBezTo>
                  <a:pt x="57262" y="8970"/>
                  <a:pt x="64000" y="19978"/>
                  <a:pt x="64000" y="32000"/>
                </a:cubicBezTo>
                <a:cubicBezTo>
                  <a:pt x="64000" y="44021"/>
                  <a:pt x="57262" y="55029"/>
                  <a:pt x="46556" y="60497"/>
                </a:cubicBezTo>
                <a:cubicBezTo>
                  <a:pt x="46556" y="60497"/>
                  <a:pt x="46556" y="60497"/>
                  <a:pt x="46555" y="60497"/>
                </a:cubicBezTo>
                <a:lnTo>
                  <a:pt x="46556" y="60498"/>
                </a:lnTo>
                <a:lnTo>
                  <a:pt x="46556" y="3502"/>
                </a:lnTo>
                <a:lnTo>
                  <a:pt x="46555" y="3502"/>
                </a:lnTo>
                <a:cubicBezTo>
                  <a:pt x="46556" y="3502"/>
                  <a:pt x="46556" y="3502"/>
                  <a:pt x="46556" y="350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-3632200" y="53340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330200" y="381000"/>
            <a:ext cx="9245600" cy="5943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412750" y="457200"/>
            <a:ext cx="9080500" cy="579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1568450" y="2514600"/>
            <a:ext cx="751205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-2889250" y="1981200"/>
            <a:ext cx="3962400" cy="3657600"/>
          </a:xfrm>
          <a:custGeom>
            <a:avLst/>
            <a:gdLst>
              <a:gd name="G0" fmla="+- 14556 0 0"/>
              <a:gd name="G1" fmla="+- -31111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6556" y="3502"/>
              </a:cxn>
              <a:cxn ang="0">
                <a:pos x="64000" y="32000"/>
              </a:cxn>
              <a:cxn ang="0">
                <a:pos x="46556" y="60497"/>
              </a:cxn>
              <a:cxn ang="0">
                <a:pos x="46556" y="60497"/>
              </a:cxn>
              <a:cxn ang="0">
                <a:pos x="46555" y="60497"/>
              </a:cxn>
              <a:cxn ang="0">
                <a:pos x="46556" y="60498"/>
              </a:cxn>
              <a:cxn ang="0">
                <a:pos x="46556" y="3502"/>
              </a:cxn>
              <a:cxn ang="0">
                <a:pos x="46555" y="3502"/>
              </a:cxn>
              <a:cxn ang="0">
                <a:pos x="46556" y="3502"/>
              </a:cxn>
            </a:cxnLst>
            <a:rect l="T13" t="T15" r="T17" b="T19"/>
            <a:pathLst>
              <a:path w="64000" h="64000">
                <a:moveTo>
                  <a:pt x="46556" y="3502"/>
                </a:moveTo>
                <a:cubicBezTo>
                  <a:pt x="57262" y="8970"/>
                  <a:pt x="64000" y="19978"/>
                  <a:pt x="64000" y="32000"/>
                </a:cubicBezTo>
                <a:cubicBezTo>
                  <a:pt x="64000" y="44021"/>
                  <a:pt x="57262" y="55029"/>
                  <a:pt x="46556" y="60497"/>
                </a:cubicBezTo>
                <a:cubicBezTo>
                  <a:pt x="46556" y="60497"/>
                  <a:pt x="46556" y="60497"/>
                  <a:pt x="46555" y="60497"/>
                </a:cubicBezTo>
                <a:lnTo>
                  <a:pt x="46556" y="60498"/>
                </a:lnTo>
                <a:lnTo>
                  <a:pt x="46556" y="3502"/>
                </a:lnTo>
                <a:lnTo>
                  <a:pt x="46555" y="3502"/>
                </a:lnTo>
                <a:cubicBezTo>
                  <a:pt x="46556" y="3502"/>
                  <a:pt x="46556" y="3502"/>
                  <a:pt x="46556" y="350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latin typeface="Times New Roman" pitchFamily="18" charset="0"/>
              <a:ea typeface="宋体" charset="-122"/>
            </a:endParaRPr>
          </a:p>
        </p:txBody>
      </p:sp>
      <p:sp>
        <p:nvSpPr>
          <p:cNvPr id="13" name="AutoShape 16"/>
          <p:cNvSpPr>
            <a:spLocks noChangeArrowheads="1"/>
          </p:cNvSpPr>
          <p:nvPr/>
        </p:nvSpPr>
        <p:spPr bwMode="auto">
          <a:xfrm>
            <a:off x="-3632200" y="53340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ea typeface="宋体" charset="-122"/>
            </a:endParaRPr>
          </a:p>
        </p:txBody>
      </p:sp>
      <p:sp>
        <p:nvSpPr>
          <p:cNvPr id="389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1563291" y="985843"/>
            <a:ext cx="7599759" cy="14446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89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563291" y="3048000"/>
            <a:ext cx="7599759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1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5239D-AF74-460D-BFEA-4E41DC9634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31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EF9B3-16DF-4B3C-ACBE-B82AA9B288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0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43375-32A3-499C-A646-D9307B64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470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181" y="1827213"/>
            <a:ext cx="387813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7410" y="1827213"/>
            <a:ext cx="3879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86DD5-32E2-42F5-ADF1-E3D495BE78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09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3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3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73B06-273A-40F3-ABCC-376B663B73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01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23EDE-E748-4E6E-B404-DCF4A2CC47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33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D1AD0-AF74-49A9-A811-7B14F44F1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510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5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659DC-5721-4116-8D83-F712EFA624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06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2F117-D287-45AE-9418-5F2FABE127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69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7EC4C-F56B-4001-AF8B-5F09B1ECA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7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27781" y="301625"/>
            <a:ext cx="1979480" cy="56403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181" y="301625"/>
            <a:ext cx="5778500" cy="56403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3B674-899E-4350-A146-B378C60A0E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84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30200" y="381000"/>
            <a:ext cx="9245600" cy="5943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750" y="457200"/>
            <a:ext cx="9080500" cy="579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568450" y="2514600"/>
            <a:ext cx="751205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-2889250" y="1981200"/>
            <a:ext cx="3962400" cy="3657600"/>
          </a:xfrm>
          <a:custGeom>
            <a:avLst/>
            <a:gdLst>
              <a:gd name="G0" fmla="+- 14556 0 0"/>
              <a:gd name="G1" fmla="+- -31111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6556" y="3502"/>
              </a:cxn>
              <a:cxn ang="0">
                <a:pos x="64000" y="32000"/>
              </a:cxn>
              <a:cxn ang="0">
                <a:pos x="46556" y="60497"/>
              </a:cxn>
              <a:cxn ang="0">
                <a:pos x="46556" y="60497"/>
              </a:cxn>
              <a:cxn ang="0">
                <a:pos x="46555" y="60497"/>
              </a:cxn>
              <a:cxn ang="0">
                <a:pos x="46556" y="60498"/>
              </a:cxn>
              <a:cxn ang="0">
                <a:pos x="46556" y="3502"/>
              </a:cxn>
              <a:cxn ang="0">
                <a:pos x="46555" y="3502"/>
              </a:cxn>
              <a:cxn ang="0">
                <a:pos x="46556" y="3502"/>
              </a:cxn>
            </a:cxnLst>
            <a:rect l="T13" t="T15" r="T17" b="T19"/>
            <a:pathLst>
              <a:path w="64000" h="64000">
                <a:moveTo>
                  <a:pt x="46556" y="3502"/>
                </a:moveTo>
                <a:cubicBezTo>
                  <a:pt x="57262" y="8970"/>
                  <a:pt x="64000" y="19978"/>
                  <a:pt x="64000" y="32000"/>
                </a:cubicBezTo>
                <a:cubicBezTo>
                  <a:pt x="64000" y="44021"/>
                  <a:pt x="57262" y="55029"/>
                  <a:pt x="46556" y="60497"/>
                </a:cubicBezTo>
                <a:cubicBezTo>
                  <a:pt x="46556" y="60497"/>
                  <a:pt x="46556" y="60497"/>
                  <a:pt x="46555" y="60497"/>
                </a:cubicBezTo>
                <a:lnTo>
                  <a:pt x="46556" y="60498"/>
                </a:lnTo>
                <a:lnTo>
                  <a:pt x="46556" y="3502"/>
                </a:lnTo>
                <a:lnTo>
                  <a:pt x="46555" y="3502"/>
                </a:lnTo>
                <a:cubicBezTo>
                  <a:pt x="46556" y="3502"/>
                  <a:pt x="46556" y="3502"/>
                  <a:pt x="46556" y="350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-3632200" y="53340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330200" y="381000"/>
            <a:ext cx="9245600" cy="5943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412750" y="457200"/>
            <a:ext cx="9080500" cy="579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1568450" y="2514600"/>
            <a:ext cx="751205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-2889250" y="1981200"/>
            <a:ext cx="3962400" cy="3657600"/>
          </a:xfrm>
          <a:custGeom>
            <a:avLst/>
            <a:gdLst>
              <a:gd name="G0" fmla="+- 14556 0 0"/>
              <a:gd name="G1" fmla="+- -31111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6556" y="3502"/>
              </a:cxn>
              <a:cxn ang="0">
                <a:pos x="64000" y="32000"/>
              </a:cxn>
              <a:cxn ang="0">
                <a:pos x="46556" y="60497"/>
              </a:cxn>
              <a:cxn ang="0">
                <a:pos x="46556" y="60497"/>
              </a:cxn>
              <a:cxn ang="0">
                <a:pos x="46555" y="60497"/>
              </a:cxn>
              <a:cxn ang="0">
                <a:pos x="46556" y="60498"/>
              </a:cxn>
              <a:cxn ang="0">
                <a:pos x="46556" y="3502"/>
              </a:cxn>
              <a:cxn ang="0">
                <a:pos x="46555" y="3502"/>
              </a:cxn>
              <a:cxn ang="0">
                <a:pos x="46556" y="3502"/>
              </a:cxn>
            </a:cxnLst>
            <a:rect l="T13" t="T15" r="T17" b="T19"/>
            <a:pathLst>
              <a:path w="64000" h="64000">
                <a:moveTo>
                  <a:pt x="46556" y="3502"/>
                </a:moveTo>
                <a:cubicBezTo>
                  <a:pt x="57262" y="8970"/>
                  <a:pt x="64000" y="19978"/>
                  <a:pt x="64000" y="32000"/>
                </a:cubicBezTo>
                <a:cubicBezTo>
                  <a:pt x="64000" y="44021"/>
                  <a:pt x="57262" y="55029"/>
                  <a:pt x="46556" y="60497"/>
                </a:cubicBezTo>
                <a:cubicBezTo>
                  <a:pt x="46556" y="60497"/>
                  <a:pt x="46556" y="60497"/>
                  <a:pt x="46555" y="60497"/>
                </a:cubicBezTo>
                <a:lnTo>
                  <a:pt x="46556" y="60498"/>
                </a:lnTo>
                <a:lnTo>
                  <a:pt x="46556" y="3502"/>
                </a:lnTo>
                <a:lnTo>
                  <a:pt x="46555" y="3502"/>
                </a:lnTo>
                <a:cubicBezTo>
                  <a:pt x="46556" y="3502"/>
                  <a:pt x="46556" y="3502"/>
                  <a:pt x="46556" y="350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3" name="AutoShape 16"/>
          <p:cNvSpPr>
            <a:spLocks noChangeArrowheads="1"/>
          </p:cNvSpPr>
          <p:nvPr/>
        </p:nvSpPr>
        <p:spPr bwMode="auto">
          <a:xfrm>
            <a:off x="-3632200" y="53340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89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1563291" y="985841"/>
            <a:ext cx="7599759" cy="14446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89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563291" y="3048000"/>
            <a:ext cx="7599759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1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A575239D-AF74-460D-BFEA-4E41DC96346F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96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790EF9B3-16DF-4B3C-ACBE-B82AA9B2886B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34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54943375-32A3-499C-A646-D9307B64F6F8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54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181" y="1827213"/>
            <a:ext cx="387813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7410" y="1827213"/>
            <a:ext cx="3879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FED86DD5-32E2-42F5-ADF1-E3D495BE781B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10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99573B06-273A-40F3-ABCC-376B663B7310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58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94B23EDE-E748-4E6E-B404-DCF4A2CC4762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8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0CCD1AD0-AF74-49A9-A811-7B14F44F1F29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04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541659DC-5721-4116-8D83-F712EFA62400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13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DDB2F117-D287-45AE-9418-5F2FABE127ED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5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D067EC4C-F56B-4001-AF8B-5F09B1ECA361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9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27781" y="301625"/>
            <a:ext cx="1979480" cy="56403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181" y="301625"/>
            <a:ext cx="5778500" cy="56403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5193B674-899E-4350-A146-B378C60A0E64}" type="slidenum">
              <a:rPr lang="en-US" altLang="zh-CN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83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82550" y="152400"/>
            <a:ext cx="9740900" cy="6629400"/>
            <a:chOff x="48" y="96"/>
            <a:chExt cx="5664" cy="4176"/>
          </a:xfrm>
        </p:grpSpPr>
        <p:sp>
          <p:nvSpPr>
            <p:cNvPr id="388099" name="AutoShape 3"/>
            <p:cNvSpPr>
              <a:spLocks noChangeArrowheads="1"/>
            </p:cNvSpPr>
            <p:nvPr/>
          </p:nvSpPr>
          <p:spPr bwMode="auto">
            <a:xfrm>
              <a:off x="48" y="96"/>
              <a:ext cx="5664" cy="417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charset="-122"/>
              </a:endParaRPr>
            </a:p>
          </p:txBody>
        </p:sp>
        <p:sp>
          <p:nvSpPr>
            <p:cNvPr id="388100" name="AutoShape 4"/>
            <p:cNvSpPr>
              <a:spLocks noChangeArrowheads="1"/>
            </p:cNvSpPr>
            <p:nvPr/>
          </p:nvSpPr>
          <p:spPr bwMode="auto">
            <a:xfrm>
              <a:off x="96" y="144"/>
              <a:ext cx="5568" cy="408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charset="-122"/>
              </a:endParaRPr>
            </a:p>
          </p:txBody>
        </p:sp>
      </p:grpSp>
      <p:sp>
        <p:nvSpPr>
          <p:cNvPr id="388101" name="Line 5"/>
          <p:cNvSpPr>
            <a:spLocks noChangeShapeType="1"/>
          </p:cNvSpPr>
          <p:nvPr/>
        </p:nvSpPr>
        <p:spPr bwMode="auto">
          <a:xfrm>
            <a:off x="1485900" y="1524000"/>
            <a:ext cx="7924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484313" y="301625"/>
            <a:ext cx="79232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1827213"/>
            <a:ext cx="7923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388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8400"/>
            <a:ext cx="231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8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8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31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fld id="{693FE77E-5E67-4184-86A7-7EF873D86D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88107" name="AutoShape 11"/>
          <p:cNvSpPr>
            <a:spLocks noChangeArrowheads="1"/>
          </p:cNvSpPr>
          <p:nvPr/>
        </p:nvSpPr>
        <p:spPr bwMode="auto">
          <a:xfrm>
            <a:off x="-3054350" y="1447800"/>
            <a:ext cx="3962400" cy="3657600"/>
          </a:xfrm>
          <a:custGeom>
            <a:avLst/>
            <a:gdLst>
              <a:gd name="G0" fmla="+- 17444 0 0"/>
              <a:gd name="G1" fmla="+- -28889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9444" y="5172"/>
              </a:cxn>
              <a:cxn ang="0">
                <a:pos x="64000" y="32000"/>
              </a:cxn>
              <a:cxn ang="0">
                <a:pos x="49444" y="58827"/>
              </a:cxn>
              <a:cxn ang="0">
                <a:pos x="49444" y="58827"/>
              </a:cxn>
              <a:cxn ang="0">
                <a:pos x="49443" y="58827"/>
              </a:cxn>
              <a:cxn ang="0">
                <a:pos x="49444" y="58828"/>
              </a:cxn>
              <a:cxn ang="0">
                <a:pos x="49444" y="5172"/>
              </a:cxn>
              <a:cxn ang="0">
                <a:pos x="49443" y="5172"/>
              </a:cxn>
              <a:cxn ang="0">
                <a:pos x="49444" y="5172"/>
              </a:cxn>
            </a:cxnLst>
            <a:rect l="T13" t="T15" r="T17" b="T19"/>
            <a:pathLst>
              <a:path w="64000" h="64000">
                <a:moveTo>
                  <a:pt x="49444" y="5172"/>
                </a:moveTo>
                <a:cubicBezTo>
                  <a:pt x="58522" y="11076"/>
                  <a:pt x="64000" y="21170"/>
                  <a:pt x="64000" y="32000"/>
                </a:cubicBezTo>
                <a:cubicBezTo>
                  <a:pt x="64000" y="42829"/>
                  <a:pt x="58522" y="52923"/>
                  <a:pt x="49444" y="58827"/>
                </a:cubicBezTo>
                <a:cubicBezTo>
                  <a:pt x="49444" y="58827"/>
                  <a:pt x="49443" y="58827"/>
                  <a:pt x="49443" y="58827"/>
                </a:cubicBezTo>
                <a:lnTo>
                  <a:pt x="49444" y="58828"/>
                </a:lnTo>
                <a:lnTo>
                  <a:pt x="49444" y="5172"/>
                </a:lnTo>
                <a:lnTo>
                  <a:pt x="49443" y="5172"/>
                </a:lnTo>
                <a:cubicBezTo>
                  <a:pt x="49443" y="5172"/>
                  <a:pt x="49444" y="5172"/>
                  <a:pt x="49444" y="517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latin typeface="Times New Roman" pitchFamily="18" charset="0"/>
              <a:ea typeface="宋体" charset="-122"/>
            </a:endParaRPr>
          </a:p>
        </p:txBody>
      </p:sp>
      <p:sp>
        <p:nvSpPr>
          <p:cNvPr id="388108" name="AutoShape 12"/>
          <p:cNvSpPr>
            <a:spLocks noChangeArrowheads="1"/>
          </p:cNvSpPr>
          <p:nvPr/>
        </p:nvSpPr>
        <p:spPr bwMode="auto">
          <a:xfrm>
            <a:off x="-3632200" y="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ea typeface="宋体" charset="-122"/>
            </a:endParaRPr>
          </a:p>
        </p:txBody>
      </p:sp>
      <p:grpSp>
        <p:nvGrpSpPr>
          <p:cNvPr id="1035" name="Group 13"/>
          <p:cNvGrpSpPr>
            <a:grpSpLocks/>
          </p:cNvGrpSpPr>
          <p:nvPr/>
        </p:nvGrpSpPr>
        <p:grpSpPr bwMode="auto">
          <a:xfrm>
            <a:off x="82550" y="152400"/>
            <a:ext cx="9740900" cy="6629400"/>
            <a:chOff x="48" y="96"/>
            <a:chExt cx="5664" cy="4176"/>
          </a:xfrm>
        </p:grpSpPr>
        <p:sp>
          <p:nvSpPr>
            <p:cNvPr id="388110" name="AutoShape 14"/>
            <p:cNvSpPr>
              <a:spLocks noChangeArrowheads="1"/>
            </p:cNvSpPr>
            <p:nvPr/>
          </p:nvSpPr>
          <p:spPr bwMode="auto">
            <a:xfrm>
              <a:off x="48" y="96"/>
              <a:ext cx="5664" cy="417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charset="-122"/>
              </a:endParaRPr>
            </a:p>
          </p:txBody>
        </p:sp>
        <p:sp>
          <p:nvSpPr>
            <p:cNvPr id="388111" name="AutoShape 15"/>
            <p:cNvSpPr>
              <a:spLocks noChangeArrowheads="1"/>
            </p:cNvSpPr>
            <p:nvPr/>
          </p:nvSpPr>
          <p:spPr bwMode="auto">
            <a:xfrm>
              <a:off x="96" y="144"/>
              <a:ext cx="5568" cy="408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charset="-122"/>
              </a:endParaRPr>
            </a:p>
          </p:txBody>
        </p:sp>
      </p:grpSp>
      <p:sp>
        <p:nvSpPr>
          <p:cNvPr id="388112" name="Line 16"/>
          <p:cNvSpPr>
            <a:spLocks noChangeShapeType="1"/>
          </p:cNvSpPr>
          <p:nvPr/>
        </p:nvSpPr>
        <p:spPr bwMode="auto">
          <a:xfrm>
            <a:off x="1485900" y="1524000"/>
            <a:ext cx="7924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113" name="AutoShape 17"/>
          <p:cNvSpPr>
            <a:spLocks noChangeArrowheads="1"/>
          </p:cNvSpPr>
          <p:nvPr/>
        </p:nvSpPr>
        <p:spPr bwMode="auto">
          <a:xfrm>
            <a:off x="-3054350" y="1447800"/>
            <a:ext cx="3962400" cy="3657600"/>
          </a:xfrm>
          <a:custGeom>
            <a:avLst/>
            <a:gdLst>
              <a:gd name="G0" fmla="+- 17444 0 0"/>
              <a:gd name="G1" fmla="+- -28889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9444" y="5172"/>
              </a:cxn>
              <a:cxn ang="0">
                <a:pos x="64000" y="32000"/>
              </a:cxn>
              <a:cxn ang="0">
                <a:pos x="49444" y="58827"/>
              </a:cxn>
              <a:cxn ang="0">
                <a:pos x="49444" y="58827"/>
              </a:cxn>
              <a:cxn ang="0">
                <a:pos x="49443" y="58827"/>
              </a:cxn>
              <a:cxn ang="0">
                <a:pos x="49444" y="58828"/>
              </a:cxn>
              <a:cxn ang="0">
                <a:pos x="49444" y="5172"/>
              </a:cxn>
              <a:cxn ang="0">
                <a:pos x="49443" y="5172"/>
              </a:cxn>
              <a:cxn ang="0">
                <a:pos x="49444" y="5172"/>
              </a:cxn>
            </a:cxnLst>
            <a:rect l="T13" t="T15" r="T17" b="T19"/>
            <a:pathLst>
              <a:path w="64000" h="64000">
                <a:moveTo>
                  <a:pt x="49444" y="5172"/>
                </a:moveTo>
                <a:cubicBezTo>
                  <a:pt x="58522" y="11076"/>
                  <a:pt x="64000" y="21170"/>
                  <a:pt x="64000" y="32000"/>
                </a:cubicBezTo>
                <a:cubicBezTo>
                  <a:pt x="64000" y="42829"/>
                  <a:pt x="58522" y="52923"/>
                  <a:pt x="49444" y="58827"/>
                </a:cubicBezTo>
                <a:cubicBezTo>
                  <a:pt x="49444" y="58827"/>
                  <a:pt x="49443" y="58827"/>
                  <a:pt x="49443" y="58827"/>
                </a:cubicBezTo>
                <a:lnTo>
                  <a:pt x="49444" y="58828"/>
                </a:lnTo>
                <a:lnTo>
                  <a:pt x="49444" y="5172"/>
                </a:lnTo>
                <a:lnTo>
                  <a:pt x="49443" y="5172"/>
                </a:lnTo>
                <a:cubicBezTo>
                  <a:pt x="49443" y="5172"/>
                  <a:pt x="49444" y="5172"/>
                  <a:pt x="49444" y="517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latin typeface="Times New Roman" pitchFamily="18" charset="0"/>
              <a:ea typeface="宋体" charset="-122"/>
            </a:endParaRPr>
          </a:p>
        </p:txBody>
      </p:sp>
      <p:sp>
        <p:nvSpPr>
          <p:cNvPr id="388114" name="AutoShape 18"/>
          <p:cNvSpPr>
            <a:spLocks noChangeArrowheads="1"/>
          </p:cNvSpPr>
          <p:nvPr/>
        </p:nvSpPr>
        <p:spPr bwMode="auto">
          <a:xfrm>
            <a:off x="-3632200" y="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900">
          <a:solidFill>
            <a:srgbClr val="777777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rgbClr val="777777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l"/>
        <a:defRPr sz="2200">
          <a:solidFill>
            <a:srgbClr val="777777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550" y="152400"/>
            <a:ext cx="9740900" cy="6629400"/>
            <a:chOff x="48" y="96"/>
            <a:chExt cx="5664" cy="4176"/>
          </a:xfrm>
        </p:grpSpPr>
        <p:sp>
          <p:nvSpPr>
            <p:cNvPr id="388099" name="AutoShape 3"/>
            <p:cNvSpPr>
              <a:spLocks noChangeArrowheads="1"/>
            </p:cNvSpPr>
            <p:nvPr/>
          </p:nvSpPr>
          <p:spPr bwMode="auto">
            <a:xfrm>
              <a:off x="48" y="96"/>
              <a:ext cx="5664" cy="417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88100" name="AutoShape 4"/>
            <p:cNvSpPr>
              <a:spLocks noChangeArrowheads="1"/>
            </p:cNvSpPr>
            <p:nvPr/>
          </p:nvSpPr>
          <p:spPr bwMode="auto">
            <a:xfrm>
              <a:off x="96" y="144"/>
              <a:ext cx="5568" cy="408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388101" name="Line 5"/>
          <p:cNvSpPr>
            <a:spLocks noChangeShapeType="1"/>
          </p:cNvSpPr>
          <p:nvPr/>
        </p:nvSpPr>
        <p:spPr bwMode="auto">
          <a:xfrm>
            <a:off x="1485900" y="1524000"/>
            <a:ext cx="7924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484313" y="301625"/>
            <a:ext cx="79232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1827213"/>
            <a:ext cx="7923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388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8400"/>
            <a:ext cx="231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8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8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31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Verdana" pitchFamily="34" charset="0"/>
                <a:ea typeface="宋体" charset="-122"/>
              </a:defRPr>
            </a:lvl1pPr>
          </a:lstStyle>
          <a:p>
            <a:pPr>
              <a:defRPr/>
            </a:pPr>
            <a:fld id="{693FE77E-5E67-4184-86A7-7EF873D86D4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8107" name="AutoShape 11"/>
          <p:cNvSpPr>
            <a:spLocks noChangeArrowheads="1"/>
          </p:cNvSpPr>
          <p:nvPr/>
        </p:nvSpPr>
        <p:spPr bwMode="auto">
          <a:xfrm>
            <a:off x="-3054350" y="1447800"/>
            <a:ext cx="3962400" cy="3657600"/>
          </a:xfrm>
          <a:custGeom>
            <a:avLst/>
            <a:gdLst>
              <a:gd name="G0" fmla="+- 17444 0 0"/>
              <a:gd name="G1" fmla="+- -28889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9444" y="5172"/>
              </a:cxn>
              <a:cxn ang="0">
                <a:pos x="64000" y="32000"/>
              </a:cxn>
              <a:cxn ang="0">
                <a:pos x="49444" y="58827"/>
              </a:cxn>
              <a:cxn ang="0">
                <a:pos x="49444" y="58827"/>
              </a:cxn>
              <a:cxn ang="0">
                <a:pos x="49443" y="58827"/>
              </a:cxn>
              <a:cxn ang="0">
                <a:pos x="49444" y="58828"/>
              </a:cxn>
              <a:cxn ang="0">
                <a:pos x="49444" y="5172"/>
              </a:cxn>
              <a:cxn ang="0">
                <a:pos x="49443" y="5172"/>
              </a:cxn>
              <a:cxn ang="0">
                <a:pos x="49444" y="5172"/>
              </a:cxn>
            </a:cxnLst>
            <a:rect l="T13" t="T15" r="T17" b="T19"/>
            <a:pathLst>
              <a:path w="64000" h="64000">
                <a:moveTo>
                  <a:pt x="49444" y="5172"/>
                </a:moveTo>
                <a:cubicBezTo>
                  <a:pt x="58522" y="11076"/>
                  <a:pt x="64000" y="21170"/>
                  <a:pt x="64000" y="32000"/>
                </a:cubicBezTo>
                <a:cubicBezTo>
                  <a:pt x="64000" y="42829"/>
                  <a:pt x="58522" y="52923"/>
                  <a:pt x="49444" y="58827"/>
                </a:cubicBezTo>
                <a:cubicBezTo>
                  <a:pt x="49444" y="58827"/>
                  <a:pt x="49443" y="58827"/>
                  <a:pt x="49443" y="58827"/>
                </a:cubicBezTo>
                <a:lnTo>
                  <a:pt x="49444" y="58828"/>
                </a:lnTo>
                <a:lnTo>
                  <a:pt x="49444" y="5172"/>
                </a:lnTo>
                <a:lnTo>
                  <a:pt x="49443" y="5172"/>
                </a:lnTo>
                <a:cubicBezTo>
                  <a:pt x="49443" y="5172"/>
                  <a:pt x="49444" y="5172"/>
                  <a:pt x="49444" y="517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88108" name="AutoShape 12"/>
          <p:cNvSpPr>
            <a:spLocks noChangeArrowheads="1"/>
          </p:cNvSpPr>
          <p:nvPr/>
        </p:nvSpPr>
        <p:spPr bwMode="auto">
          <a:xfrm>
            <a:off x="-3632200" y="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82550" y="152400"/>
            <a:ext cx="9740900" cy="6629400"/>
            <a:chOff x="48" y="96"/>
            <a:chExt cx="5664" cy="4176"/>
          </a:xfrm>
        </p:grpSpPr>
        <p:sp>
          <p:nvSpPr>
            <p:cNvPr id="388110" name="AutoShape 14"/>
            <p:cNvSpPr>
              <a:spLocks noChangeArrowheads="1"/>
            </p:cNvSpPr>
            <p:nvPr/>
          </p:nvSpPr>
          <p:spPr bwMode="auto">
            <a:xfrm>
              <a:off x="48" y="96"/>
              <a:ext cx="5664" cy="417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88111" name="AutoShape 15"/>
            <p:cNvSpPr>
              <a:spLocks noChangeArrowheads="1"/>
            </p:cNvSpPr>
            <p:nvPr/>
          </p:nvSpPr>
          <p:spPr bwMode="auto">
            <a:xfrm>
              <a:off x="96" y="144"/>
              <a:ext cx="5568" cy="408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388112" name="Line 16"/>
          <p:cNvSpPr>
            <a:spLocks noChangeShapeType="1"/>
          </p:cNvSpPr>
          <p:nvPr/>
        </p:nvSpPr>
        <p:spPr bwMode="auto">
          <a:xfrm>
            <a:off x="1485900" y="1524000"/>
            <a:ext cx="7924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88113" name="AutoShape 17"/>
          <p:cNvSpPr>
            <a:spLocks noChangeArrowheads="1"/>
          </p:cNvSpPr>
          <p:nvPr/>
        </p:nvSpPr>
        <p:spPr bwMode="auto">
          <a:xfrm>
            <a:off x="-3054350" y="1447800"/>
            <a:ext cx="3962400" cy="3657600"/>
          </a:xfrm>
          <a:custGeom>
            <a:avLst/>
            <a:gdLst>
              <a:gd name="G0" fmla="+- 17444 0 0"/>
              <a:gd name="G1" fmla="+- -28889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49444" y="5172"/>
              </a:cxn>
              <a:cxn ang="0">
                <a:pos x="64000" y="32000"/>
              </a:cxn>
              <a:cxn ang="0">
                <a:pos x="49444" y="58827"/>
              </a:cxn>
              <a:cxn ang="0">
                <a:pos x="49444" y="58827"/>
              </a:cxn>
              <a:cxn ang="0">
                <a:pos x="49443" y="58827"/>
              </a:cxn>
              <a:cxn ang="0">
                <a:pos x="49444" y="58828"/>
              </a:cxn>
              <a:cxn ang="0">
                <a:pos x="49444" y="5172"/>
              </a:cxn>
              <a:cxn ang="0">
                <a:pos x="49443" y="5172"/>
              </a:cxn>
              <a:cxn ang="0">
                <a:pos x="49444" y="5172"/>
              </a:cxn>
            </a:cxnLst>
            <a:rect l="T13" t="T15" r="T17" b="T19"/>
            <a:pathLst>
              <a:path w="64000" h="64000">
                <a:moveTo>
                  <a:pt x="49444" y="5172"/>
                </a:moveTo>
                <a:cubicBezTo>
                  <a:pt x="58522" y="11076"/>
                  <a:pt x="64000" y="21170"/>
                  <a:pt x="64000" y="32000"/>
                </a:cubicBezTo>
                <a:cubicBezTo>
                  <a:pt x="64000" y="42829"/>
                  <a:pt x="58522" y="52923"/>
                  <a:pt x="49444" y="58827"/>
                </a:cubicBezTo>
                <a:cubicBezTo>
                  <a:pt x="49444" y="58827"/>
                  <a:pt x="49443" y="58827"/>
                  <a:pt x="49443" y="58827"/>
                </a:cubicBezTo>
                <a:lnTo>
                  <a:pt x="49444" y="58828"/>
                </a:lnTo>
                <a:lnTo>
                  <a:pt x="49444" y="5172"/>
                </a:lnTo>
                <a:lnTo>
                  <a:pt x="49443" y="5172"/>
                </a:lnTo>
                <a:cubicBezTo>
                  <a:pt x="49443" y="5172"/>
                  <a:pt x="49444" y="5172"/>
                  <a:pt x="49444" y="5172"/>
                </a:cubicBezTo>
                <a:close/>
              </a:path>
            </a:pathLst>
          </a:custGeom>
          <a:solidFill>
            <a:schemeClr val="accent2">
              <a:alpha val="58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 sz="24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88114" name="AutoShape 18"/>
          <p:cNvSpPr>
            <a:spLocks noChangeArrowheads="1"/>
          </p:cNvSpPr>
          <p:nvPr/>
        </p:nvSpPr>
        <p:spPr bwMode="auto">
          <a:xfrm>
            <a:off x="-3632200" y="0"/>
            <a:ext cx="4375150" cy="4038600"/>
          </a:xfrm>
          <a:custGeom>
            <a:avLst/>
            <a:gdLst>
              <a:gd name="G0" fmla="+- 21057 0 0"/>
              <a:gd name="G1" fmla="+- -2840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3057" y="7904"/>
              </a:cxn>
              <a:cxn ang="0">
                <a:pos x="64000" y="32000"/>
              </a:cxn>
              <a:cxn ang="0">
                <a:pos x="53057" y="56095"/>
              </a:cxn>
              <a:cxn ang="0">
                <a:pos x="53057" y="56095"/>
              </a:cxn>
              <a:cxn ang="0">
                <a:pos x="53056" y="56095"/>
              </a:cxn>
              <a:cxn ang="0">
                <a:pos x="53057" y="56096"/>
              </a:cxn>
              <a:cxn ang="0">
                <a:pos x="53057" y="7904"/>
              </a:cxn>
              <a:cxn ang="0">
                <a:pos x="53056" y="7904"/>
              </a:cxn>
              <a:cxn ang="0">
                <a:pos x="53057" y="7904"/>
              </a:cxn>
            </a:cxnLst>
            <a:rect l="T13" t="T15" r="T17" b="T19"/>
            <a:pathLst>
              <a:path w="64000" h="64000">
                <a:moveTo>
                  <a:pt x="53057" y="7904"/>
                </a:moveTo>
                <a:cubicBezTo>
                  <a:pt x="60010" y="13981"/>
                  <a:pt x="64000" y="22765"/>
                  <a:pt x="64000" y="32000"/>
                </a:cubicBezTo>
                <a:cubicBezTo>
                  <a:pt x="64000" y="41234"/>
                  <a:pt x="60010" y="50018"/>
                  <a:pt x="53057" y="56095"/>
                </a:cubicBezTo>
                <a:cubicBezTo>
                  <a:pt x="53057" y="56095"/>
                  <a:pt x="53057" y="56095"/>
                  <a:pt x="53056" y="56095"/>
                </a:cubicBezTo>
                <a:lnTo>
                  <a:pt x="53057" y="56096"/>
                </a:lnTo>
                <a:lnTo>
                  <a:pt x="53057" y="7904"/>
                </a:lnTo>
                <a:lnTo>
                  <a:pt x="53056" y="7904"/>
                </a:lnTo>
                <a:cubicBezTo>
                  <a:pt x="53057" y="7904"/>
                  <a:pt x="53057" y="7904"/>
                  <a:pt x="53057" y="7904"/>
                </a:cubicBezTo>
                <a:close/>
              </a:path>
            </a:pathLst>
          </a:custGeom>
          <a:solidFill>
            <a:schemeClr val="hlink">
              <a:alpha val="60001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664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Georgi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900">
          <a:solidFill>
            <a:srgbClr val="777777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rgbClr val="777777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l"/>
        <a:defRPr sz="2200">
          <a:solidFill>
            <a:srgbClr val="777777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rgbClr val="777777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63291" y="1120279"/>
            <a:ext cx="7599759" cy="1444625"/>
          </a:xfrm>
        </p:spPr>
        <p:txBody>
          <a:bodyPr/>
          <a:lstStyle/>
          <a:p>
            <a:pPr algn="ctr" eaLnBrk="1" hangingPunct="1"/>
            <a:r>
              <a:rPr lang="en-US" altLang="zh-TW" sz="54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  <a:sym typeface="Arial" charset="0"/>
              </a:rPr>
              <a:t>Group Presentation Introduction</a:t>
            </a:r>
            <a:endParaRPr lang="zh-TW" altLang="en-US" sz="5400" b="1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  <a:sym typeface="Arial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63291" y="3284984"/>
            <a:ext cx="7599759" cy="2613248"/>
          </a:xfrm>
        </p:spPr>
        <p:txBody>
          <a:bodyPr numCol="1"/>
          <a:lstStyle/>
          <a:p>
            <a:pPr algn="ctr" eaLnBrk="1" hangingPunct="1">
              <a:buClrTx/>
              <a:buFont typeface="Arial" charset="0"/>
              <a:buNone/>
            </a:pPr>
            <a:r>
              <a:rPr lang="en-US" altLang="zh-TW" sz="4400" dirty="0" smtClean="0">
                <a:ea typeface="新細明體" charset="-120"/>
                <a:cs typeface="Arial" charset="0"/>
                <a:sym typeface="Arial" charset="0"/>
              </a:rPr>
              <a:t>What?</a:t>
            </a:r>
          </a:p>
          <a:p>
            <a:pPr algn="ctr" eaLnBrk="1" hangingPunct="1">
              <a:buClrTx/>
              <a:buFont typeface="Arial" charset="0"/>
              <a:buNone/>
            </a:pPr>
            <a:r>
              <a:rPr lang="en-US" altLang="zh-TW" sz="4800" dirty="0" smtClean="0">
                <a:ea typeface="新細明體" charset="-120"/>
                <a:cs typeface="Arial" charset="0"/>
                <a:sym typeface="Arial" charset="0"/>
              </a:rPr>
              <a:t>How?</a:t>
            </a:r>
          </a:p>
          <a:p>
            <a:pPr eaLnBrk="1" hangingPunct="1">
              <a:buClrTx/>
              <a:buFont typeface="Arial" charset="0"/>
              <a:buNone/>
            </a:pPr>
            <a:endParaRPr lang="en-US" altLang="zh-TW" sz="2400" b="1" dirty="0" smtClean="0">
              <a:ea typeface="新細明體" charset="-120"/>
              <a:cs typeface="Arial" charset="0"/>
              <a:sym typeface="Arial" charset="0"/>
            </a:endParaRPr>
          </a:p>
          <a:p>
            <a:pPr eaLnBrk="1" hangingPunct="1">
              <a:buClrTx/>
              <a:buFont typeface="Arial" charset="0"/>
              <a:buNone/>
            </a:pPr>
            <a:endParaRPr lang="en-US" altLang="zh-TW" sz="2400" b="1" dirty="0" smtClean="0">
              <a:ea typeface="新細明體" charset="-120"/>
              <a:cs typeface="Arial" charset="0"/>
              <a:sym typeface="Arial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257257" y="582675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y Vanessa </a:t>
            </a:r>
            <a:r>
              <a:rPr lang="en-US" altLang="zh-TW" sz="1600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Tu</a:t>
            </a:r>
            <a:endParaRPr lang="zh-TW" altLang="en-US" sz="16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  <a:sym typeface="Arial" charset="0"/>
              </a:rPr>
              <a:t>Outline</a:t>
            </a:r>
            <a:endParaRPr lang="zh-TW" altLang="en-US" sz="4000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  <a:sym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4000"/>
              </a:lnSpc>
            </a:pPr>
            <a:r>
              <a:rPr lang="en-US" altLang="zh-TW" dirty="0" smtClean="0"/>
              <a:t>About “group presentation”</a:t>
            </a:r>
          </a:p>
          <a:p>
            <a:pPr>
              <a:lnSpc>
                <a:spcPts val="4000"/>
              </a:lnSpc>
            </a:pPr>
            <a:r>
              <a:rPr lang="en-US" altLang="zh-TW" dirty="0" smtClean="0"/>
              <a:t>Preparation stages</a:t>
            </a:r>
          </a:p>
          <a:p>
            <a:pPr>
              <a:lnSpc>
                <a:spcPts val="4000"/>
              </a:lnSpc>
            </a:pPr>
            <a:r>
              <a:rPr lang="en-US" altLang="zh-TW" dirty="0" smtClean="0"/>
              <a:t>Opening &amp; Closing</a:t>
            </a:r>
          </a:p>
          <a:p>
            <a:pPr>
              <a:lnSpc>
                <a:spcPts val="4000"/>
              </a:lnSpc>
            </a:pPr>
            <a:r>
              <a:rPr lang="en-US" altLang="zh-TW" dirty="0" smtClean="0"/>
              <a:t>Q &amp; A session 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  <a:sym typeface="Arial" charset="0"/>
              </a:rPr>
              <a:t>About “Group Presentation”</a:t>
            </a:r>
            <a:r>
              <a:rPr lang="en-US" altLang="zh-TW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  <a:sym typeface="Arial" charset="0"/>
              </a:rPr>
              <a:t> </a:t>
            </a:r>
            <a:endParaRPr lang="zh-TW" altLang="en-US" sz="6600" dirty="0" smtClean="0">
              <a:solidFill>
                <a:srgbClr val="FF0000"/>
              </a:solidFill>
              <a:ea typeface="新細明體" charset="-120"/>
              <a:cs typeface="Arial" charset="0"/>
              <a:sym typeface="Arial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  <a:buClr>
                <a:srgbClr val="99CC00"/>
              </a:buClr>
              <a:buNone/>
            </a:pPr>
            <a:r>
              <a:rPr lang="fr-FR" altLang="zh-TW" sz="2800" dirty="0" smtClean="0">
                <a:solidFill>
                  <a:schemeClr val="tx1"/>
                </a:solidFill>
              </a:rPr>
              <a:t>Important Numbers:</a:t>
            </a:r>
          </a:p>
          <a:p>
            <a:pPr>
              <a:spcAft>
                <a:spcPts val="1200"/>
              </a:spcAft>
              <a:buClr>
                <a:srgbClr val="99CC00"/>
              </a:buClr>
            </a:pPr>
            <a:r>
              <a:rPr lang="fr-FR" altLang="zh-TW" sz="2400" b="1" dirty="0" smtClean="0">
                <a:solidFill>
                  <a:srgbClr val="0070C0"/>
                </a:solidFill>
              </a:rPr>
              <a:t>30</a:t>
            </a:r>
            <a:r>
              <a:rPr lang="fr-FR" altLang="zh-TW" sz="2400" b="1" dirty="0" smtClean="0"/>
              <a:t>% </a:t>
            </a:r>
            <a:r>
              <a:rPr lang="fr-FR" altLang="zh-TW" sz="2400" dirty="0" smtClean="0"/>
              <a:t>in total score</a:t>
            </a:r>
          </a:p>
          <a:p>
            <a:pPr>
              <a:spcAft>
                <a:spcPts val="1200"/>
              </a:spcAft>
              <a:buClr>
                <a:srgbClr val="99CC00"/>
              </a:buClr>
            </a:pPr>
            <a:r>
              <a:rPr lang="fr-FR" altLang="zh-TW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Each one of you</a:t>
            </a:r>
            <a:r>
              <a:rPr lang="fr-FR" altLang="zh-TW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</a:p>
          <a:p>
            <a:pPr lvl="1">
              <a:spcAft>
                <a:spcPts val="1200"/>
              </a:spcAft>
              <a:buClr>
                <a:srgbClr val="99CC00"/>
              </a:buClr>
            </a:pPr>
            <a:r>
              <a:rPr lang="fr-FR" altLang="zh-TW" sz="2400" b="1" dirty="0" smtClean="0">
                <a:solidFill>
                  <a:srgbClr val="0070C0"/>
                </a:solidFill>
              </a:rPr>
              <a:t>8</a:t>
            </a:r>
            <a:r>
              <a:rPr lang="fr-FR" altLang="zh-TW" sz="2400" b="1" dirty="0" smtClean="0"/>
              <a:t> </a:t>
            </a:r>
            <a:r>
              <a:rPr lang="fr-FR" altLang="zh-TW" sz="2400" dirty="0" smtClean="0"/>
              <a:t>mins</a:t>
            </a:r>
            <a:r>
              <a:rPr lang="fr-FR" altLang="zh-TW" sz="2400" b="1" dirty="0" smtClean="0"/>
              <a:t> </a:t>
            </a:r>
            <a:r>
              <a:rPr lang="fr-FR" altLang="zh-TW" sz="2400" dirty="0" smtClean="0"/>
              <a:t>per group + </a:t>
            </a:r>
            <a:r>
              <a:rPr lang="fr-FR" altLang="zh-TW" sz="2400" b="1" dirty="0" smtClean="0">
                <a:solidFill>
                  <a:srgbClr val="0070C0"/>
                </a:solidFill>
              </a:rPr>
              <a:t>2</a:t>
            </a:r>
            <a:r>
              <a:rPr lang="fr-FR" altLang="zh-TW" sz="2400" b="1" dirty="0" smtClean="0"/>
              <a:t> </a:t>
            </a:r>
            <a:r>
              <a:rPr lang="fr-FR" altLang="zh-TW" sz="2400" dirty="0" smtClean="0"/>
              <a:t>mins Q &amp; A</a:t>
            </a:r>
          </a:p>
          <a:p>
            <a:pPr>
              <a:spcAft>
                <a:spcPts val="1200"/>
              </a:spcAft>
              <a:buClr>
                <a:srgbClr val="99CC00"/>
              </a:buClr>
            </a:pPr>
            <a:r>
              <a:rPr lang="en-US" altLang="zh-TW" sz="2400" dirty="0" smtClean="0"/>
              <a:t>Raters: </a:t>
            </a:r>
            <a:r>
              <a:rPr lang="en-US" altLang="zh-TW" sz="2400" b="1" dirty="0" smtClean="0">
                <a:solidFill>
                  <a:srgbClr val="0070C0"/>
                </a:solidFill>
              </a:rPr>
              <a:t>Classmates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A video of the </a:t>
            </a:r>
            <a:r>
              <a:rPr lang="en-US" altLang="zh-TW" sz="2800" dirty="0" smtClean="0"/>
              <a:t>on-site presentation </a:t>
            </a:r>
            <a:r>
              <a:rPr lang="en-US" altLang="zh-TW" sz="2800" dirty="0"/>
              <a:t>should be uploaded </a:t>
            </a:r>
            <a:r>
              <a:rPr lang="en-US" altLang="zh-TW" sz="2800" dirty="0" smtClean="0">
                <a:solidFill>
                  <a:srgbClr val="FF0000"/>
                </a:solidFill>
              </a:rPr>
              <a:t>within one week </a:t>
            </a:r>
            <a:r>
              <a:rPr lang="en-US" altLang="zh-TW" sz="2800" dirty="0" smtClean="0"/>
              <a:t>after </a:t>
            </a:r>
            <a:r>
              <a:rPr lang="en-US" altLang="zh-TW" sz="2800" dirty="0"/>
              <a:t>your </a:t>
            </a:r>
            <a:r>
              <a:rPr lang="en-US" altLang="zh-TW" sz="2800" dirty="0" smtClean="0"/>
              <a:t>simultaneous speech. (Date will be announced.)</a:t>
            </a:r>
          </a:p>
          <a:p>
            <a:r>
              <a:rPr lang="en-US" altLang="zh-TW" sz="2800" dirty="0" smtClean="0"/>
              <a:t>The </a:t>
            </a:r>
            <a:r>
              <a:rPr lang="en-US" altLang="zh-TW" sz="2800" dirty="0"/>
              <a:t>video is </a:t>
            </a:r>
            <a:r>
              <a:rPr lang="en-US" altLang="zh-TW" sz="28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obligatory</a:t>
            </a:r>
            <a:r>
              <a:rPr lang="en-US" altLang="zh-TW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dirty="0" smtClean="0"/>
              <a:t>for </a:t>
            </a:r>
            <a:r>
              <a:rPr lang="en-US" altLang="zh-TW" sz="2800" dirty="0"/>
              <a:t>you to get the score in simultaneous speech.</a:t>
            </a:r>
            <a:endParaRPr lang="fr-FR" altLang="zh-TW" sz="2800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5214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36576" y="301625"/>
            <a:ext cx="8568952" cy="1143000"/>
          </a:xfrm>
        </p:spPr>
        <p:txBody>
          <a:bodyPr/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Preparation Stage 1</a:t>
            </a:r>
            <a:r>
              <a:rPr lang="en-US" altLang="zh-TW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: Decide Direction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844824"/>
            <a:ext cx="7923212" cy="432048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fr-FR" altLang="zh-TW" sz="2400" dirty="0" smtClean="0">
                <a:solidFill>
                  <a:schemeClr val="tx1"/>
                </a:solidFill>
                <a:sym typeface="Wingdings" pitchFamily="2" charset="2"/>
              </a:rPr>
              <a:t>Write down all the possibilities. (Use </a:t>
            </a:r>
            <a:r>
              <a:rPr lang="fr-FR" altLang="zh-TW" sz="2400" i="1" dirty="0" smtClean="0">
                <a:solidFill>
                  <a:schemeClr val="tx1"/>
                </a:solidFill>
                <a:sym typeface="Wingdings" pitchFamily="2" charset="2"/>
                <a:hlinkClick r:id="rId3" action="ppaction://hlinksldjump"/>
              </a:rPr>
              <a:t>Post-it!</a:t>
            </a:r>
            <a:r>
              <a:rPr lang="fr-FR" altLang="zh-TW" sz="2400" dirty="0" smtClean="0">
                <a:solidFill>
                  <a:schemeClr val="tx1"/>
                </a:solidFill>
                <a:sym typeface="Wingdings" pitchFamily="2" charset="2"/>
              </a:rPr>
              <a:t>)</a:t>
            </a:r>
            <a:endParaRPr lang="fr-FR" altLang="zh-TW" sz="24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fr-FR" altLang="zh-TW" sz="2400" dirty="0" smtClean="0">
                <a:solidFill>
                  <a:schemeClr val="tx1"/>
                </a:solidFill>
              </a:rPr>
              <a:t>Title should be specific and set around ‘one idea’. (Technique: </a:t>
            </a:r>
            <a:r>
              <a:rPr lang="fr-FR" altLang="zh-TW" sz="2400" b="1" dirty="0" smtClean="0">
                <a:solidFill>
                  <a:schemeClr val="tx1"/>
                </a:solidFill>
              </a:rPr>
              <a:t>question &amp; focus on one track</a:t>
            </a:r>
            <a:r>
              <a:rPr lang="fr-FR" altLang="zh-TW" sz="2400" dirty="0" smtClean="0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altLang="zh-TW" sz="2000" i="1" dirty="0" smtClean="0">
                <a:solidFill>
                  <a:schemeClr val="tx1"/>
                </a:solidFill>
              </a:rPr>
              <a:t>Will </a:t>
            </a:r>
            <a:r>
              <a:rPr lang="en-US" altLang="zh-TW" sz="2000" i="1" u="sng" dirty="0">
                <a:solidFill>
                  <a:schemeClr val="tx1"/>
                </a:solidFill>
              </a:rPr>
              <a:t>robots</a:t>
            </a:r>
            <a:r>
              <a:rPr lang="en-US" altLang="zh-TW" sz="2000" i="1" dirty="0">
                <a:solidFill>
                  <a:schemeClr val="tx1"/>
                </a:solidFill>
              </a:rPr>
              <a:t> cause mass unemployment in the future</a:t>
            </a:r>
            <a:r>
              <a:rPr lang="en-US" altLang="zh-TW" sz="2000" i="1" dirty="0" smtClean="0">
                <a:solidFill>
                  <a:schemeClr val="tx1"/>
                </a:solidFill>
              </a:rPr>
              <a:t>?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altLang="zh-TW" sz="2000" i="1" dirty="0" smtClean="0">
                <a:solidFill>
                  <a:schemeClr val="tx1"/>
                </a:solidFill>
              </a:rPr>
              <a:t>How </a:t>
            </a:r>
            <a:r>
              <a:rPr lang="en-US" altLang="zh-TW" sz="2000" i="1" dirty="0">
                <a:solidFill>
                  <a:schemeClr val="tx1"/>
                </a:solidFill>
              </a:rPr>
              <a:t>w</a:t>
            </a:r>
            <a:r>
              <a:rPr lang="en-US" altLang="zh-TW" sz="2000" i="1" dirty="0" smtClean="0">
                <a:solidFill>
                  <a:schemeClr val="tx1"/>
                </a:solidFill>
              </a:rPr>
              <a:t>ill </a:t>
            </a:r>
            <a:r>
              <a:rPr lang="en-US" altLang="zh-TW" sz="2000" i="1" u="sng" dirty="0">
                <a:solidFill>
                  <a:schemeClr val="tx1"/>
                </a:solidFill>
              </a:rPr>
              <a:t>ocean acidification</a:t>
            </a:r>
            <a:r>
              <a:rPr lang="en-US" altLang="zh-TW" sz="2000" i="1" dirty="0" smtClean="0">
                <a:solidFill>
                  <a:schemeClr val="tx1"/>
                </a:solidFill>
              </a:rPr>
              <a:t> impact our world?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altLang="zh-TW" sz="2000" i="1" dirty="0" smtClean="0">
                <a:solidFill>
                  <a:schemeClr val="tx1"/>
                </a:solidFill>
              </a:rPr>
              <a:t>Can we stop </a:t>
            </a:r>
            <a:r>
              <a:rPr lang="en-US" altLang="zh-TW" sz="2000" i="1" u="sng" dirty="0">
                <a:solidFill>
                  <a:schemeClr val="tx1"/>
                </a:solidFill>
              </a:rPr>
              <a:t>climate change</a:t>
            </a:r>
            <a:r>
              <a:rPr lang="en-US" altLang="zh-TW" sz="2000" i="1" dirty="0" smtClean="0">
                <a:solidFill>
                  <a:schemeClr val="tx1"/>
                </a:solidFill>
              </a:rPr>
              <a:t> by removing CO2 from the air?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altLang="zh-TW" sz="2000" i="1" dirty="0" smtClean="0">
                <a:solidFill>
                  <a:schemeClr val="tx1"/>
                </a:solidFill>
              </a:rPr>
              <a:t>If superpowers were real: </a:t>
            </a:r>
            <a:r>
              <a:rPr lang="en-US" altLang="zh-TW" sz="2000" i="1" u="sng" dirty="0">
                <a:solidFill>
                  <a:schemeClr val="tx1"/>
                </a:solidFill>
              </a:rPr>
              <a:t>Body mass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altLang="zh-TW" sz="2000" i="1" dirty="0" smtClean="0">
                <a:solidFill>
                  <a:schemeClr val="tx1"/>
                </a:solidFill>
              </a:rPr>
              <a:t>Your kids might live on </a:t>
            </a:r>
            <a:r>
              <a:rPr lang="en-US" altLang="zh-TW" sz="2000" i="1" u="sng" dirty="0">
                <a:solidFill>
                  <a:schemeClr val="tx1"/>
                </a:solidFill>
              </a:rPr>
              <a:t>Mars</a:t>
            </a:r>
            <a:r>
              <a:rPr lang="en-US" altLang="zh-TW" sz="2000" i="1" dirty="0" smtClean="0">
                <a:solidFill>
                  <a:schemeClr val="tx1"/>
                </a:solidFill>
              </a:rPr>
              <a:t>. Here’s how they’ll survive. </a:t>
            </a: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endParaRPr lang="en-US" altLang="zh-TW" sz="2000" i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endParaRPr lang="fr-FR" altLang="zh-TW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872300" y="704266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Wingdings" pitchFamily="2" charset="2"/>
                <a:hlinkClick r:id="rId4" action="ppaction://hlinksldjump"/>
              </a:rPr>
              <a:t> </a:t>
            </a:r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4" action="ppaction://hlinksldjump"/>
              </a:rPr>
              <a:t>Stage 3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Reminders</a:t>
            </a:r>
            <a:endParaRPr lang="zh-TW" altLang="en-US" b="1" dirty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68623" y="2132860"/>
            <a:ext cx="7848873" cy="52322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Articles in textbook are only for your </a:t>
            </a:r>
            <a:r>
              <a:rPr lang="en-US" altLang="zh-TW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</a:t>
            </a:r>
            <a:r>
              <a:rPr lang="en-US" altLang="zh-TW" sz="2800" dirty="0"/>
              <a:t>.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568623" y="3246079"/>
            <a:ext cx="7848873" cy="95410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altLang="zh-TW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more research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dirty="0"/>
              <a:t>on the points worth sharing from the articles</a:t>
            </a:r>
            <a:r>
              <a:rPr lang="en-US" altLang="zh-TW" sz="2800" dirty="0" smtClean="0"/>
              <a:t>.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87597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9154" name="Picture 2" descr="http://hiyashi.files.wordpress.com/2012/05/p1140726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2"/>
            <a:ext cx="9906000" cy="727280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 descr="Post_it_note_planni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71400"/>
            <a:ext cx="9906000" cy="706895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Preparation Stage 2</a:t>
            </a:r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: Prepare Notes </a:t>
            </a:r>
            <a:endParaRPr lang="zh-TW" altLang="en-US" sz="4000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700810"/>
            <a:ext cx="7923212" cy="448210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fr-FR" altLang="zh-TW" sz="2400" dirty="0" smtClean="0">
                <a:solidFill>
                  <a:srgbClr val="0070C0"/>
                </a:solidFill>
              </a:rPr>
              <a:t>Speech notes </a:t>
            </a:r>
            <a:r>
              <a:rPr lang="fr-FR" altLang="zh-TW" sz="2400" dirty="0" smtClean="0"/>
              <a:t>&amp; </a:t>
            </a:r>
            <a:r>
              <a:rPr lang="fr-FR" altLang="zh-TW" sz="2400" dirty="0" smtClean="0">
                <a:solidFill>
                  <a:srgbClr val="0070C0"/>
                </a:solidFill>
              </a:rPr>
              <a:t>Words on PPT 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fr-FR" altLang="zh-TW" sz="2400" dirty="0" smtClean="0">
                <a:solidFill>
                  <a:schemeClr val="tx1"/>
                </a:solidFill>
              </a:rPr>
              <a:t>Don’t copy whole sentences from the reading.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fr-FR" altLang="zh-TW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</a:t>
            </a:r>
            <a:r>
              <a:rPr lang="fr-FR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own words!</a:t>
            </a:r>
          </a:p>
          <a:p>
            <a:pPr lvl="1">
              <a:lnSpc>
                <a:spcPts val="2500"/>
              </a:lnSpc>
              <a:spcBef>
                <a:spcPts val="1200"/>
              </a:spcBef>
              <a:spcAft>
                <a:spcPts val="600"/>
              </a:spcAft>
            </a:pPr>
            <a:r>
              <a:rPr lang="fr-FR" altLang="zh-TW" sz="3600" b="1" u="sng" dirty="0" smtClean="0">
                <a:solidFill>
                  <a:schemeClr val="tx1"/>
                </a:solidFill>
              </a:rPr>
              <a:t>5</a:t>
            </a:r>
            <a:r>
              <a:rPr lang="fr-FR" altLang="zh-TW" sz="2200" u="sng" dirty="0" smtClean="0">
                <a:solidFill>
                  <a:schemeClr val="tx1"/>
                </a:solidFill>
              </a:rPr>
              <a:t> steps</a:t>
            </a:r>
            <a:r>
              <a:rPr lang="fr-FR" altLang="zh-TW" sz="2200" dirty="0" smtClean="0">
                <a:solidFill>
                  <a:schemeClr val="tx1"/>
                </a:solidFill>
              </a:rPr>
              <a:t>:  </a:t>
            </a:r>
            <a:endParaRPr lang="fr-FR" altLang="zh-TW" sz="2200" dirty="0">
              <a:solidFill>
                <a:schemeClr val="tx1"/>
              </a:solidFill>
              <a:sym typeface="Wingdings" pitchFamily="2" charset="2"/>
            </a:endParaRPr>
          </a:p>
          <a:p>
            <a:pPr lvl="2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(1)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Circle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key words</a:t>
            </a:r>
            <a:endParaRPr lang="fr-FR" altLang="zh-TW" sz="1900" dirty="0">
              <a:solidFill>
                <a:schemeClr val="tx1"/>
              </a:solidFill>
              <a:sym typeface="Wingdings" pitchFamily="2" charset="2"/>
            </a:endParaRPr>
          </a:p>
          <a:p>
            <a:pPr lvl="2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(2)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Write down all the words on a </a:t>
            </a: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blank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paper</a:t>
            </a:r>
            <a:endParaRPr lang="fr-FR" altLang="zh-TW" sz="1900" b="1" dirty="0">
              <a:solidFill>
                <a:schemeClr val="tx1"/>
              </a:solidFill>
              <a:sym typeface="Wingdings" pitchFamily="2" charset="2"/>
            </a:endParaRPr>
          </a:p>
          <a:p>
            <a:pPr lvl="2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(3)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Use the words as clues to make your own complete </a:t>
            </a: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sentences</a:t>
            </a:r>
            <a:endParaRPr lang="fr-FR" altLang="zh-TW" sz="1900" b="1" dirty="0">
              <a:solidFill>
                <a:schemeClr val="tx1"/>
              </a:solidFill>
              <a:sym typeface="Wingdings" pitchFamily="2" charset="2"/>
            </a:endParaRPr>
          </a:p>
          <a:p>
            <a:pPr lvl="2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(4)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Ensure the </a:t>
            </a: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logic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 link between your main points.</a:t>
            </a:r>
          </a:p>
          <a:p>
            <a:pPr lvl="2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1900" b="1" dirty="0" smtClean="0">
                <a:solidFill>
                  <a:schemeClr val="tx1"/>
                </a:solidFill>
                <a:sym typeface="Wingdings" pitchFamily="2" charset="2"/>
              </a:rPr>
              <a:t>(5) </a:t>
            </a:r>
            <a:r>
              <a:rPr lang="fr-FR" altLang="zh-TW" sz="1900" dirty="0" smtClean="0">
                <a:solidFill>
                  <a:schemeClr val="tx1"/>
                </a:solidFill>
                <a:sym typeface="Wingdings" pitchFamily="2" charset="2"/>
              </a:rPr>
              <a:t>Done!</a:t>
            </a:r>
            <a:endParaRPr lang="fr-FR" altLang="zh-TW" sz="1900" dirty="0" smtClean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buNone/>
            </a:pPr>
            <a:endParaRPr lang="fr-FR" altLang="zh-TW" sz="2000" dirty="0" smtClean="0"/>
          </a:p>
          <a:p>
            <a:pPr>
              <a:spcAft>
                <a:spcPts val="1200"/>
              </a:spcAft>
            </a:pP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fr-FR" altLang="zh-TW" sz="2400" dirty="0"/>
              <a:t>Don’t summarize each paragraph.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fr-FR" altLang="zh-TW" sz="2200" dirty="0"/>
              <a:t>(×) article review</a:t>
            </a:r>
          </a:p>
          <a:p>
            <a:pPr lvl="1">
              <a:lnSpc>
                <a:spcPts val="25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altLang="zh-TW" sz="2200" dirty="0"/>
              <a:t>Break down the boundary; set up your own structure and make it logical. Use </a:t>
            </a:r>
            <a:r>
              <a:rPr lang="fr-FR" altLang="zh-TW" sz="2200" b="1" i="1" dirty="0"/>
              <a:t>Post-it</a:t>
            </a:r>
            <a:r>
              <a:rPr lang="fr-FR" altLang="zh-TW" sz="2200" dirty="0"/>
              <a:t>!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38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24610" y="2547297"/>
            <a:ext cx="7562006" cy="881707"/>
          </a:xfrm>
        </p:spPr>
        <p:txBody>
          <a:bodyPr/>
          <a:lstStyle/>
          <a:p>
            <a:pPr>
              <a:buNone/>
            </a:pPr>
            <a:r>
              <a:rPr lang="en-US" altLang="zh-TW" sz="4800" dirty="0" smtClean="0"/>
              <a:t>After Preparation steps,</a:t>
            </a:r>
            <a:endParaRPr lang="zh-TW" altLang="en-US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424610" y="2547297"/>
            <a:ext cx="7562006" cy="88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TW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then what?</a:t>
            </a:r>
            <a:endParaRPr kumimoji="0" lang="zh-TW" altLang="en-US" sz="4800" b="0" i="0" u="none" strike="noStrike" kern="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424610" y="2547297"/>
            <a:ext cx="7562006" cy="88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TW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 suggestion</a:t>
            </a:r>
            <a:endParaRPr kumimoji="0" lang="zh-TW" altLang="en-US" sz="4800" b="0" i="0" u="none" strike="noStrike" kern="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424610" y="2547297"/>
            <a:ext cx="7562006" cy="88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lang="en-US" altLang="zh-TW" sz="4800" kern="0" dirty="0" err="1">
                <a:solidFill>
                  <a:srgbClr val="777777"/>
                </a:solidFill>
                <a:latin typeface="+mn-lt"/>
              </a:rPr>
              <a:t>i</a:t>
            </a:r>
            <a:r>
              <a:rPr kumimoji="0" lang="en-US" altLang="zh-TW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to start off</a:t>
            </a:r>
            <a:r>
              <a:rPr kumimoji="0" lang="en-US" altLang="zh-TW" sz="4800" b="0" i="0" u="none" strike="noStrike" kern="0" cap="none" spc="0" normalizeH="0" noProof="0" dirty="0" smtClean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</a:t>
            </a:r>
            <a:endParaRPr kumimoji="0" lang="zh-TW" altLang="en-US" sz="4800" b="0" i="0" u="none" strike="noStrike" kern="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424610" y="2547297"/>
            <a:ext cx="7562006" cy="88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lang="en-US" altLang="zh-TW" sz="4800" kern="0" noProof="0" dirty="0" smtClean="0">
                <a:solidFill>
                  <a:srgbClr val="777777"/>
                </a:solidFill>
                <a:latin typeface="+mn-lt"/>
              </a:rPr>
              <a:t>Opening and Closing</a:t>
            </a:r>
            <a:endParaRPr kumimoji="0" lang="zh-TW" altLang="en-US" sz="4800" b="0" i="0" u="none" strike="noStrike" kern="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0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Opening</a:t>
            </a:r>
            <a:endParaRPr lang="zh-TW" altLang="en-US" sz="5000" b="1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36576" y="1700808"/>
            <a:ext cx="6192688" cy="216024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3000" dirty="0" smtClean="0">
                <a:solidFill>
                  <a:schemeClr val="tx1"/>
                </a:solidFill>
                <a:latin typeface="Corbel" pitchFamily="34" charset="0"/>
              </a:rPr>
              <a:t>People tend to remember openers more than any other part of a presentation, except perhaps for the closing remarks.</a:t>
            </a:r>
          </a:p>
          <a:p>
            <a:pPr marL="719138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900" i="1" dirty="0" smtClean="0"/>
              <a:t>Andrew Leigh</a:t>
            </a:r>
          </a:p>
          <a:p>
            <a:pPr marL="719138">
              <a:buNone/>
            </a:pPr>
            <a:r>
              <a:rPr lang="en-US" altLang="zh-TW" sz="1900" i="1" dirty="0" smtClean="0"/>
              <a:t>Associates, www.maynardleigh.co.uk</a:t>
            </a:r>
          </a:p>
        </p:txBody>
      </p:sp>
      <p:sp>
        <p:nvSpPr>
          <p:cNvPr id="53252" name="AutoShape 4" descr="data:image/jpeg;base64,/9j/4AAQSkZJRgABAQAAAQABAAD/2wCEAAkGBxQTEhUUExQVFhUUFxcVFxgVGBQXHBgYGBYXFxgXGBUYHCggGBolHBcUITEhJSkrLi4uFx8zODMsNygtLisBCgoKDg0OGhAQGiwkICQsLCwsLCwsLCwsLCwsLCwsLCwsLCwsLCwsLCwsLCwsLCwsLCwsLCwsLCwsLCwsLCwsLP/AABEIAPIAyAMBIgACEQEDEQH/xAAcAAAABwEBAAAAAAAAAAAAAAAAAgMEBQYHAQj/xABBEAACAQIEBAIHBgQDCAMAAAABAgADEQQFEiEGMUFRYXETIjKBkaGxByNCUnLBFGLR8BUk4RYlM2OCkrLxNEPC/8QAGQEAAwEBAQAAAAAAAAAAAAAAAQIDAAQF/8QAJBEAAgICAgICAwEBAAAAAAAAAAECEQMhEjEiQQQyE1FhcRT/2gAMAwEAAhEDEQA/ADZlm9dHVqiaaW7uACzKg6lgQoa/4ReIZ7xtTX1KKhjoBB/mJOxHQAWMpGKxlWqiIzaURQugeHcxJEA2AnTLi0rWxFLjJ8BXE4upWOqsdTWsOgAvfp/e0TMMqxxQwjObKpY9gCYjkLuTL59l+IJ9LqYm2kC55bHlG9HiBMNjq7turWFx4RPh/g3EncuaKnnb2iP2kLxXkww1bQGLXF7nznKlGU3vs6uUowWuiRx/E9WtX1Ubprsg+MtWV8Epf0ldjVc7m/K/lM5yQffU/wBa/Wbqg9X3RcvjpDYnyVsZJlNECwprbyEoHH3DaUtNakAATZgPkZbeH86etXrU2AtTNgR235/CF4/A/hHv4W87ycG1IrJJolcsX7pf0j6Sn8Nr/vLEeX7y55UPuU/SPpKnkK/7yxHl+8VdML7JvjFL4Sr+kx7ko+5p/pH0iHFi/wCVq/oMc5Kv3NP9I+kASL/wTVjDXYCyqAvn1Md8R5iKFB3PQG3n0kvaZb9pmJqelVG2S118e5MaC5OhZS4qy/8ADxvQpk9VBPwkirXv4SN4Z/8Aj0/0j6QUcVbEvT7qGHxtEHHWZL92/kfpM54K4fSvQrax7TMAe3MTSsYLo3kZV/s/xCehKA+srNqHjcxk2k6FpNkJwVw1Xw+KYsPUta/5t9tpfsePu2v2MdSA40zRaGGc33IsB4mFtyZklFGKVfaa35j9YkwnKTc4dhPVj0eTPsTnZ21pyEUXVJJ5fkVeqL06bMO/T3R9wxkv8RXVD7PNvKbTh8KtNQqgADYTjyZeOkdmLDatmAVcIyMVZSpHMHabTw3ldOlRTSouQCTbc7SofaUE9NTCgatJv5XFpoGVrakn6R9JHJPkkWxwUWyPzfiGhh9nYX/KOfwmVcU5uMVW1gWAFheWrPuF62IxTsospI9ZvKVTPsmbDVNDEHa9xGwqN97Bm5V/BvkKff0v1rN1RdpifDqf5ml+sTb0G0Gf7Bw/UZ4HLUpaio3Y6mPcylfaZiH+7TSQm5v0J6CXjC5glRmRWBZDZh2hc2y+nWTTVHq3B8dt7CSi6dlntUFypfuU/SPpIrLeH6iYypXJXS4sBff4SQr5xRperdRbpcbe6ReKzZqnseVwTb4H/SZINNkznWAarQdFtdlIFzYcobLsOUporCxAAMiME1S9+Z73JB8CvTzEmqeKA57efL4zUZ6DI1yR2lV+0TKxUoawLtTufd1lm9GNesHmLEfQiczLQabByNJBBv4iaNxdgaTVDPhwWw9P9I+kr2e4v0WZUDewdSp+ItD4Pi7D0aIXUSUFrDcm215ROLOIDiayuoKhB6vfne8eOJt9E5ZVH2bHiqoCEkjlMIo5tUw9dnpNY6j5EX6w+Mz/ABFRdLVWt2G30kO0vjw1dkMma64l8p/afUC2NIX76tvpKpn/ABDVxTaqh2HJRyH+siWM5KxxRi7SJSzSkqYthescNG+F5xyVl49HPJ7CAQRQLBGAbnkeRLQxNZlHqsFK+HO4hOMqdZ/RJQB1atRI2sB3llA9YxJ3Afc8xtPFs9mih4rg6rUDVa1QFwOQG23jLxgF+7XyH0h8d/w2/SZ3Cj1F8hC3ZqBVqBRckCZPx7jUq4i6EEKtiRvvfvJnibLsTXxDqgcoLW3svKU/Nsteg+hxY85bEld2Ryt1VC3C6/5ml+oTal5TGeE1/wA1S/V+xmzLBm+wcP1K5gMu/h6tfE1Ds3IDsO/jK1mfE9XEEincJawtsfjJ/wC0DG6aCpveoTy7La/1EpOSHU9ugtz+ZPxk31Z0wim9krl/D7kaiT43N/lJnCYLR0I7kAgfCS+XctiP798lE3iK2PJpaGGEw9twPkR85zHYKrUBAKrfqbt/SSs40cleyEwODrUyASCoN9r+8eXKUvjrKXV9a1Gem9yoJJtbmottcdue00l2kZmOBFRalOw+8UsB2qLuCPONjlTFyrkjFqZ326RDFrysI8x6lXIIseo8eojB2noXo8xrY3YRMxVoULfYb+W8IBAzlo+o5ZVdrBGv4i0kaHCdYkX2B6wWroKhKuVaITC849tJx+EjTK+tcttHGYcJVaaa76h2lItE3GT2kVqCL1KJHMEQRhNm65Jmnpa1dfyEKPnc/GKZ3lhqvRYfge7eVpXs1q/wWNFXlTrCzeBHWXOjiVZQQQQeoni0e1Y0z2rpoOfC3x2jugPVHkJS+Os79mklzYhnIvbYiwvJXLc6q10BpUtvzObD3AbmGvZv4WEgTK/tEOrFC29kA+ZlvzTAYx1Omsqm3sqtvde8WyPJqa01dk1VCAWZtzfruY0JcXYJRtUZhlTPQqJV0MbHa4O/TYzUKTYmqt/Vo3HIjU3v6CK5hpL0kKc2uD5C8GeY56S3QbWYlu21h8z8ppz5bDjx1pFD46oV6a0zVb0gVn9e1ratNtvdK7l9Y6io9pxtvbbqWPQCS2bYt3Pr1HYWOzG4+EJw/k16hAbc0yVZuZOr1gW62BUiZTThZZ4pQnQ4orUw1UBcTrFlJKBWTfpbv75f8szinUbQHVnADeqdmXlcX3FjzB3F/fIKnwtYALXcC1ipAsfHbn77yr/4dUXG06NGqadTUwLqAbJbc2P/AE7QJ2aUVWjUsbjkpIXdtI+NyeQAG5PhIjC51VrE+jpLp6B30vbvbSV+ch6mT4h65StX9KKVIPSJULfUxViwBsWFgL9jDvTxisD6IMqAAG/4d7j6dIrbugxgqtstFAkg32I5g8wexH9iIY17LccxvI7NMa6LQrIpZyWT0d76wULabjsVuD0uY0XMcVXYBMOqjqXcm1+4AtcecaK9k37RWs54YqVMU+jdWbUCf5t7e6If7B1AfXYW8JoGZ45aAV35Ha43Fx08/CQea8WIf+GpfvsZ1qUmtHIowUrkQuG4MpA3JJHjJfA5PQpVAbAdryExea4h9qaaR3Mj62CxNQ3epbylIRk15E8soRncOi45zjKFIi7KCdukruO4nooLIdRv0kcOHwTd2Zj4m8k8t4epE+zygeKK8m+ho/InNPHFdkVV4pd3UrTNlN5ZH4upuoUggnncSaw3DtMD2R8ITFcM0m/CIjywfopD42SPTRD4ilTqKQbWPLlOxtmXCxTemzC3TpOymFJR1IT5bnKe4ehrxXxd/FAIqaVBvc8z/SOfs/Y1KxRnbQq3C3Njv2lLEsHBNMNiVu5S1zcG1z2kp40oNIXHkcp7NaxoVEP3dwAdgIz4SI/hkIFr327bmPq2LSmhLMLCQmR5paibU35sQLdySJyqLOuycr4laSFncWFzc2E5ltYPSVh+IX+MoeKyOviGJqVDYm4XmAO0sGXZe9MKhqtpAtbb6xuGuwN06aBxhVNOmtVW+8RgVXv0It5RunES4miyNTqKWWx9Umx6G/nHmNwlJDcnf+Y/1jFs4o0za4v4QqCehpPjHkmUbM7jUG2Ycx5SU4fzCqwCUkU6bG7XuD3B95+MbcV1hUb0gUgEaSTtuBsfeLj3Cd4SDCqttwy7/KJKHFUdMc35Hy/hdUfGEb08Mv8ANd9vNRz+Ikfwzl4OIqVWJZ/ZLna/UlV6Lyt5RXiDM2FPSmxa4B+sieGGxVJydBdHsPIjr8zEDTovOMoHUrpbWl7A7Bla2pCel7Ag9xGNXN1IKilVD/kKfve1vG8f0lq67sU9GR7NjqB7k33jy8aiKaXZC5blbAh6xFwCEUbhA3tEnqxsPICSK01tpttYk9ufKHrPsZzDeyCfGYDb7ZH5jgEKFbABiht4i+/wjzCZRSQbIPhIvM6xdttlHL+s5h84dNmsw+c6IwlxpHNPInK2TrYFD+EfASOxnDlJ+Q0nuIZOIqXW49xP0na/EVNRezn/AKTAlNPQG4NbKbmWWvSbTe/bxiGGxbU2vpuOsfZvmprNcLYDYSMbUZ2xVxqRxOXGVxLNheIaZG5t5x+ma0j+IfESlYbBNUbTfnJ6hwonW85smOEX2d+HNlyK6Q5zHOaVrAg+U7GtbhFeakwQx/CltjT/AOlvSRXsFwO59treUsdDg3D01BO5HUmO2wmJbqFEK2Vva1R2IgtyW2c64wlaQFNCna9r+d4queoFIVSfIQ+Cy2lq3Hxk0lCmOQHyiUoqmO5uUnJaKocbXb2UCnxhRg67kaqhH6ZY8bRS21r+EZLtveNGq0hZyk2uTGx4cDbuzMfEzn+DBOSiSAxxHS8j8+4iXD0jUcfoXq57Adu56QXMfwYxzXDK9GqhAvobbbmBt5blfjKxwHirV6YPUMh89mH7xjlPF5ZWSoRrqv6x36nULeF9vhD4tf4eqlZfZZw/kw9oe9ST7jBlix8EkTvFL1qdRQi61S57cz/Qx7gOLvR+pXw1al1vpZh8QIu+IWuNQsd7fuPdJvLkYKBe4/m3nMmdsuthMDxRhqvsvY9mVh9RJanUvuOUKh8APKdYgbwkdCOLJ02HMmw85zGq7KFTYW3iJxHrXA9m4955xT+Mb8seMX2JOUVpkRiMOy+1GjUx1vJutqbpGxwbHpOqMv2cc0r0O8g9Fpttq63kyaa+Eq/+Gt5RVcHVH/2MPfElC3dhWSlVDvPctpFCxABHUbSk1cOO8tFTLHb2nJ84n/gY6ky2N8Vtkcnk9IrVEMhuDuJM0OIHA9Zb+UkFyNIvTymmOkMnCXZscskOmRzcSnkEMEmUy9PyiCTrH+irzZn7DLjz2io1OOQEKMMIulxJtL0aMn7GtTCsIiOe/KSLEmJehEKf7A69B1KW6RtiwnT5QYh0QXb/ANxkMaG9mwmSGuxPG1NCFgLnoO5OwmU8cpXFQO9QsGFthbT/ACjsJpWY1z6gIGkuoN/E7fO0qnFlMVKTDtv33lYInNUZix3mhcLZguJotSqi5WwI7jow7f1lAcWjnKMyOHqrUHLkw7r1hlG0CE6ZomXVWwbaXJaix9V/y9tY6efKXvBY9CBuPcZkvFuPcMhSowp1ELDSdrgi9+9ww+EruDzKqvs1GFrEWMg/j3tHWvlLqR6M9KALk7d5HHMDUbSm/S/j4dzM64W4ppupTF1Cv8zmy+W3XwAkjnXG1NKbU8B7ZJDViPw/8u/U+PK0ksUm6oo82NRuy05/xLh8GAh+8qgbohFwepZuSyP4P4ufFV2pvTRRpZl06rjSRsSeex5zJKmJNyWuSdyT1Pfxl84Ay2sSmKo+jYAsrKzWNiLH9p0uEYx2canKc9GqQpjMZgFH3gNNuzb3/SRs0jq+PaqdIBseQG5PnOaU1E6YYnL/AAcV81s33ahlHM3/APHv5x9hrlATe/iLH3jpEcHgdO7bnoOg/qfGPo0OXsTLw6iJFYUrFSJzTKEaE4Lw2mdCQgoCwQwWCY1AnDBecMBgapE5znK0dhYue/JfFv6St8c8bHDP6GgFNS13Ztwl+QAHNrb+EpNDjB2uK6KytzNO6sPHckHy285SMPbEcyzZnnwAJNQMe9wfd4eUrVfiJlOqm5HhzHnIzNqVzrpnXTP4h0P5XH4T585E1XI5S9JEnJsvacZEqq10ZDqQhiCF2ZTffp4xfD41Kl7EEHpf9pQMPi2A2YjuLm3hty7wwxhB3VfMXRvO67fKBJBcn7HOeYH0dSwNwd9owencRbEYwuRcm/jY/OwvCLCAVpYnVRNNjvSIK/pOzj3eqYzoizEeBEPWTqPfE15g+4/T6QdB7JnD5XUchKKtUcnZQBfr9IhmVOpTfS6MhH4SLEefwk/wFmH+coi1iX0n3giXf7ReGPTgVE2e2x8R0PgR9Is8lSpDwx3G/ZkRcNzM0f7KbKKiuSGfdDflbn6p59Jn6YM76gVZTYqdiN99o8wmZPhypp1LsDtztbrJZfNUi+Bfj8pGz1sIwcNVOsXAJvawJ7dJHZzjqmCrXRQ1Gp7O1yLe0mrv1kFkfFhrk6wb6QHXoR3BHIg9fKW/K69PE02o1bOOW/Mjob9GHhOSEeEto7Zv8kLixxlecU62wIDWvpuLkdwOckxMqq5XUyzGCp6zU7Eo9tnW/rIf5rX2981KkwYAruCAQe4O4nQ0u0cW+mKQXgdCPfCQID0HJnNUIYAIaFsULzk4IJjWchWhjCPCKeec8xBqYis7c2qP8mIA+AEjyZJ8R0dGKxCHpVf5m4+sjHnQSQrh8SVvpNrix8R2I6iEcgxuZ1KneMmK0wt9JvFSIGFxCUGsdJ903RuwERUGcYQqzGsViQTewBN+wv8ASHktwpj0oYqm9QA076Hv0Vti3u2Puiyeh4q2Sv2fZezY6hdSNJLna1woO/lNwxFJXUq3Ixjgsrp031qo1WKg9QCbkDwvHldCSCtiRfY9Qbdeh2nHOVuztxxSVGSfaTklRXRlVihDBiFJUFSNJYgWFwevaUfQRaekVrA3Uix6qw5+7qJUs94Aw9ZtdMmkTzCW0n3HkfKPDLXYs8LbtGb8OXViwG1tPn1NvgJccqxTU6ivzFxzIHnc+X0jv/ZT0a6UGw5XP1PeMTh2TY7SE58pWdmPHwgkXOpiqGORqFN1fb17b6Lg6GHvHMdoywuKejRoUG3qqAtTTvYKbAbd9pEZDiPRlgnql+ekAX7XPWS2S5cxcu/O9/P+s13pC8FHykWZXJAvARCiCWSOOTt2C06DCmFjCC05CAwTUawXhHnNUBMNCWYt9peD9HjnPSoquPhpP0lTYzT/ALXsFdKFYc1ZqZ8mAYfNT8Zl7Sq6E9hDaAD+zEmM6tQiOhaFQ3cfvC1Bed1dtoR+8LAuxanUuPEf3edIjYNYx0DfeBMLQBC6oa8TYQMKN1+z/PP4jBoSbvS+6fvcD1SfNbfCWlKomF/Zxm5o4nRf1a4Cn9a3Kn5sJrlPG95yzhTOuErRF/ajj2pYWmyMVYVhYj9LXHlGHCnHSVvUq2Wpbr16bd5Hfa5mF6FBB+J2b/tUD/8AUzBKhBBBsRuCNrQrGnEzyuMj0vS0sO8Y5tlyshNt+nnMu4a48enZKpuB1/v/ANTScLnlOsE0nnv+1vGRlBx7OnHNSdor6YE66YBtvz7b3l3qaVK8hq27XNiQPkZB4CjaqVPgynt/odx7pM5hg/SrpvpIIZWG+llN1PiL8x2vFjofLvQrecjelVJuGXSw5joezKeqn/Qw+udKOB6FYLRLXBrhoWxW07EtcE1AsTvATCa5wtGoSys/aPQ1YGofyFHHuax+RMxZhvNy4zGrBYgf8sn4ETD2jroHsRYQKIYiC0ZCs6DCOvjFgJwrteMKhu0NRex8D/d4HhQNopT0PCJwpOYd9ufKKxhehJQy+spsy+sp7Ebg/GegMNT9JSSpa2tFf/uAP7zBkG83vhF9eCw5/wCUo+At+0hl1RfDuzL/ALUmIq0VPIK5HvIH7SiFpf8A7YLfxdNR0pb+9r/tM+vGh0LPsXUyw8I16zVlp07kcyPy9bjtvKyrWls4YzdaCer6rsRqbqR59BaJlbUeivx48prdGjZHmpcq5F7C23XfkfEG/wAZccLWDC4lDwdPVoxWDHpadUhcRRWxZG/OovzHUdRLhgabISOnTdfoTecrOzT9hM1y44ukTSbRXos602Hfa6nwO3ykbkmcispVvVrJ6tWm2zKw2O3bygyTMzRxb0qwKCufV1ggaxe1idtwSPhKj9o7NQzEul19IiPcbb+yfmBK4Hemc/yYcXaNB1TuqZ/l/HWkgV11L+ZB6w81/F7t5dMLildQ6EMrC4I6idDjRx8rHoMETV4IKCI+knDUjbVAWj0S5BcwoirTem3J1Kn3jnMJxdFqbMje0jFW81Njabo7THuL0AxlcDb17+8gE/MzUGL2QlQwIZ0wWmHDqIcbQq8p28cWhGsvblC0oq7XESGxihQYDSb9I51RuYpRa48toTC6Gbd9m9bVgKf8rOvwY/1mHXtNQ+zDiChTwz06tanTYVSQHYLdWVdxfpcGSyq0VwumVb7Uq+rMKn8iovwX/WUoyc4pxwrYqvUBuGqMQR2BsCPC0hLRoqkLJ2wscUDOYbCtUNlF5P4fh5jt1iZMkY6bLYsM57SDcM58+EqF1GpSBrS9tQHUX/ELm01mlndKpTV6dRWVhcbi48COh8JkGZ5JVoLqI9U7XkVg8a9FtSnz7HzAghUtoGVSg6ZsuOz8qQLq9Pk1N+RHdSN1PiJCceV8PiaCVlrj09L1dDCzVEY7bDYsptuNiL8o2ynMaFbDmpU3ZPbpg6fcDzI6jeUNmBqNpvpuSurna+15RQV2SeR1RIVmtuJfPs7x+qg9O/8Aw32/S+4+YaZxUqyZ4OzY0MQoPsVbU2959U+4n5mVZBGvI8ERQwSY1iN50mE1ThaMTAxmXfaBStiyfzIh+oP0E09mmffaVRbXRf8ADpZL/wA1w1vhf4GYMXspR2gUTpgiFwXhkMKvjOuekZCNHUN94nWTtFFIE4Ln+kIRNpym25t1irL2haK73gMhQL3nGAh4FE1GsQZJwUzHIHznbTUHkSvCGKSnXVawvScgFutM9HHcdwek2rC8OIjeUwSk1jN5yvPE/hcNUqMA1VFAB5sw2Nh1O05c+JN2dnx88kmrE+KMnWpQZbC1iZgOMUBiB02v5Tf82x/pqbUxqTUCNQtcX6jnMV4h4cq4U+sNVM+zUUbeTflPnKYoOKJZ8qlSIRXsP73EPTqetEzOA2Msc7HeqPMvv6Wn+tP/ACEjkaTvCmH9JiqQ6K2s+S7/ANI4jNgU7wRNDBFFEiYW84TCxyaZ0mV7jbDa8K56oQ49x3+V5PmNsXSDIynkykfEGCg2Yy4+UI42nWaw8YFPw8ZM6jiRQG+/uiZFp3XChWdIMVScVoXVGFFRCrCl77Q1/hAE6IYTk4TME604ak4Wie8DYaFA8vuRZvTqjAUL3fDpXc7cmYgKt++nUffKBJ/ghL4oeCMfoIKtmbpM09WnaihgQQCDsQdwfdElhwY5CynZ1wOrEthyEP5GuV9x5j5yl5jlNWgbVaZXsdiD5MNjNmCwzUQRYgEHoQD8jNQVJmGgTQuAsmZAazggsNKA89PVj5yzrlFAHUKNMHuEW/0jxVmRpSsUSCGpwTAsaEzkEAEckcibxYxGs1hc9N4AmNY2nZ2XY2ZhfyMalY4qPclu5J+JJiLEd5I60EYzqtOQTGFrzkIX8YUmGwUHveHFQCI3gmsNC5rTmsRGGRbwBFQZ2J0xYxQTGBLFwNVAxNj+JCB57GV8CPMnxAp16bnkri/kdj9YV2LLaNcQRVVnaS3i604xAIEhgIpohgk1hE9M6EioSHCTWChILBFxTgms1ER1hxBBHJhHMhuKXIwtaxI9RuUEEAV2ZNVY7b9Im7G/OcgkjsATCBj3gggAhRTClj9YIITBqp+sTRt52CAIYmK0ztOwRhTiMd94pTPKcgmCK3ihgggMzZMgP3FL9C/SSqzkEZkEHhlggmCHENBBAYBgggmM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3254" name="AutoShape 6" descr="data:image/jpeg;base64,/9j/4AAQSkZJRgABAQAAAQABAAD/2wCEAAkGBxQTEhUUExQVFhUUFxcVFxgVGBQXHBgYGBYXFxgXGBUYHCggGBolHBcUITEhJSkrLi4uFx8zODMsNygtLisBCgoKDg0OGhAQGiwkICQsLCwsLCwsLCwsLCwsLCwsLCwsLCwsLCwsLCwsLCwsLCwsLCwsLCwsLCwsLCwsLCwsLP/AABEIAPIAyAMBIgACEQEDEQH/xAAcAAAABwEBAAAAAAAAAAAAAAAAAgMEBQYHAQj/xABBEAACAQIEBAIHBgQDCAMAAAABAgADEQQFEiEGMUFRYXETIjKBkaGxByNCUnLBFGLR8BUk4RYlM2OCkrLxNEPC/8QAGQEAAwEBAQAAAAAAAAAAAAAAAQIDAAQF/8QAJBEAAgICAgICAwEBAAAAAAAAAAECEQMhEjEiQQQyE1FhcRT/2gAMAwEAAhEDEQA/ADZlm9dHVqiaaW7uACzKg6lgQoa/4ReIZ7xtTX1KKhjoBB/mJOxHQAWMpGKxlWqiIzaURQugeHcxJEA2AnTLi0rWxFLjJ8BXE4upWOqsdTWsOgAvfp/e0TMMqxxQwjObKpY9gCYjkLuTL59l+IJ9LqYm2kC55bHlG9HiBMNjq7turWFx4RPh/g3EncuaKnnb2iP2kLxXkww1bQGLXF7nznKlGU3vs6uUowWuiRx/E9WtX1Ubprsg+MtWV8Epf0ldjVc7m/K/lM5yQffU/wBa/Wbqg9X3RcvjpDYnyVsZJlNECwprbyEoHH3DaUtNakAATZgPkZbeH86etXrU2AtTNgR235/CF4/A/hHv4W87ycG1IrJJolcsX7pf0j6Sn8Nr/vLEeX7y55UPuU/SPpKnkK/7yxHl+8VdML7JvjFL4Sr+kx7ko+5p/pH0iHFi/wCVq/oMc5Kv3NP9I+kASL/wTVjDXYCyqAvn1Md8R5iKFB3PQG3n0kvaZb9pmJqelVG2S118e5MaC5OhZS4qy/8ADxvQpk9VBPwkirXv4SN4Z/8Aj0/0j6QUcVbEvT7qGHxtEHHWZL92/kfpM54K4fSvQrax7TMAe3MTSsYLo3kZV/s/xCehKA+srNqHjcxk2k6FpNkJwVw1Xw+KYsPUta/5t9tpfsePu2v2MdSA40zRaGGc33IsB4mFtyZklFGKVfaa35j9YkwnKTc4dhPVj0eTPsTnZ21pyEUXVJJ5fkVeqL06bMO/T3R9wxkv8RXVD7PNvKbTh8KtNQqgADYTjyZeOkdmLDatmAVcIyMVZSpHMHabTw3ldOlRTSouQCTbc7SofaUE9NTCgatJv5XFpoGVrakn6R9JHJPkkWxwUWyPzfiGhh9nYX/KOfwmVcU5uMVW1gWAFheWrPuF62IxTsospI9ZvKVTPsmbDVNDEHa9xGwqN97Bm5V/BvkKff0v1rN1RdpifDqf5ml+sTb0G0Gf7Bw/UZ4HLUpaio3Y6mPcylfaZiH+7TSQm5v0J6CXjC5glRmRWBZDZh2hc2y+nWTTVHq3B8dt7CSi6dlntUFypfuU/SPpIrLeH6iYypXJXS4sBff4SQr5xRperdRbpcbe6ReKzZqnseVwTb4H/SZINNkznWAarQdFtdlIFzYcobLsOUporCxAAMiME1S9+Z73JB8CvTzEmqeKA57efL4zUZ6DI1yR2lV+0TKxUoawLtTufd1lm9GNesHmLEfQiczLQabByNJBBv4iaNxdgaTVDPhwWw9P9I+kr2e4v0WZUDewdSp+ItD4Pi7D0aIXUSUFrDcm215ROLOIDiayuoKhB6vfne8eOJt9E5ZVH2bHiqoCEkjlMIo5tUw9dnpNY6j5EX6w+Mz/ABFRdLVWt2G30kO0vjw1dkMma64l8p/afUC2NIX76tvpKpn/ABDVxTaqh2HJRyH+siWM5KxxRi7SJSzSkqYthescNG+F5xyVl49HPJ7CAQRQLBGAbnkeRLQxNZlHqsFK+HO4hOMqdZ/RJQB1atRI2sB3llA9YxJ3Afc8xtPFs9mih4rg6rUDVa1QFwOQG23jLxgF+7XyH0h8d/w2/SZ3Cj1F8hC3ZqBVqBRckCZPx7jUq4i6EEKtiRvvfvJnibLsTXxDqgcoLW3svKU/Nsteg+hxY85bEld2Ryt1VC3C6/5ml+oTal5TGeE1/wA1S/V+xmzLBm+wcP1K5gMu/h6tfE1Ds3IDsO/jK1mfE9XEEincJawtsfjJ/wC0DG6aCpveoTy7La/1EpOSHU9ugtz+ZPxk31Z0wim9krl/D7kaiT43N/lJnCYLR0I7kAgfCS+XctiP798lE3iK2PJpaGGEw9twPkR85zHYKrUBAKrfqbt/SSs40cleyEwODrUyASCoN9r+8eXKUvjrKXV9a1Gem9yoJJtbmottcdue00l2kZmOBFRalOw+8UsB2qLuCPONjlTFyrkjFqZ326RDFrysI8x6lXIIseo8eojB2noXo8xrY3YRMxVoULfYb+W8IBAzlo+o5ZVdrBGv4i0kaHCdYkX2B6wWroKhKuVaITC849tJx+EjTK+tcttHGYcJVaaa76h2lItE3GT2kVqCL1KJHMEQRhNm65Jmnpa1dfyEKPnc/GKZ3lhqvRYfge7eVpXs1q/wWNFXlTrCzeBHWXOjiVZQQQQeoni0e1Y0z2rpoOfC3x2jugPVHkJS+Os79mklzYhnIvbYiwvJXLc6q10BpUtvzObD3AbmGvZv4WEgTK/tEOrFC29kA+ZlvzTAYx1Omsqm3sqtvde8WyPJqa01dk1VCAWZtzfruY0JcXYJRtUZhlTPQqJV0MbHa4O/TYzUKTYmqt/Vo3HIjU3v6CK5hpL0kKc2uD5C8GeY56S3QbWYlu21h8z8ppz5bDjx1pFD46oV6a0zVb0gVn9e1ratNtvdK7l9Y6io9pxtvbbqWPQCS2bYt3Pr1HYWOzG4+EJw/k16hAbc0yVZuZOr1gW62BUiZTThZZ4pQnQ4orUw1UBcTrFlJKBWTfpbv75f8szinUbQHVnADeqdmXlcX3FjzB3F/fIKnwtYALXcC1ipAsfHbn77yr/4dUXG06NGqadTUwLqAbJbc2P/AE7QJ2aUVWjUsbjkpIXdtI+NyeQAG5PhIjC51VrE+jpLp6B30vbvbSV+ch6mT4h65StX9KKVIPSJULfUxViwBsWFgL9jDvTxisD6IMqAAG/4d7j6dIrbugxgqtstFAkg32I5g8wexH9iIY17LccxvI7NMa6LQrIpZyWT0d76wULabjsVuD0uY0XMcVXYBMOqjqXcm1+4AtcecaK9k37RWs54YqVMU+jdWbUCf5t7e6If7B1AfXYW8JoGZ45aAV35Ha43Fx08/CQea8WIf+GpfvsZ1qUmtHIowUrkQuG4MpA3JJHjJfA5PQpVAbAdryExea4h9qaaR3Mj62CxNQ3epbylIRk15E8soRncOi45zjKFIi7KCdukruO4nooLIdRv0kcOHwTd2Zj4m8k8t4epE+zygeKK8m+ho/InNPHFdkVV4pd3UrTNlN5ZH4upuoUggnncSaw3DtMD2R8ITFcM0m/CIjywfopD42SPTRD4ilTqKQbWPLlOxtmXCxTemzC3TpOymFJR1IT5bnKe4ehrxXxd/FAIqaVBvc8z/SOfs/Y1KxRnbQq3C3Njv2lLEsHBNMNiVu5S1zcG1z2kp40oNIXHkcp7NaxoVEP3dwAdgIz4SI/hkIFr327bmPq2LSmhLMLCQmR5paibU35sQLdySJyqLOuycr4laSFncWFzc2E5ltYPSVh+IX+MoeKyOviGJqVDYm4XmAO0sGXZe9MKhqtpAtbb6xuGuwN06aBxhVNOmtVW+8RgVXv0It5RunES4miyNTqKWWx9Umx6G/nHmNwlJDcnf+Y/1jFs4o0za4v4QqCehpPjHkmUbM7jUG2Ycx5SU4fzCqwCUkU6bG7XuD3B95+MbcV1hUb0gUgEaSTtuBsfeLj3Cd4SDCqttwy7/KJKHFUdMc35Hy/hdUfGEb08Mv8ANd9vNRz+Ikfwzl4OIqVWJZ/ZLna/UlV6Lyt5RXiDM2FPSmxa4B+sieGGxVJydBdHsPIjr8zEDTovOMoHUrpbWl7A7Bla2pCel7Ag9xGNXN1IKilVD/kKfve1vG8f0lq67sU9GR7NjqB7k33jy8aiKaXZC5blbAh6xFwCEUbhA3tEnqxsPICSK01tpttYk9ufKHrPsZzDeyCfGYDb7ZH5jgEKFbABiht4i+/wjzCZRSQbIPhIvM6xdttlHL+s5h84dNmsw+c6IwlxpHNPInK2TrYFD+EfASOxnDlJ+Q0nuIZOIqXW49xP0na/EVNRezn/AKTAlNPQG4NbKbmWWvSbTe/bxiGGxbU2vpuOsfZvmprNcLYDYSMbUZ2xVxqRxOXGVxLNheIaZG5t5x+ma0j+IfESlYbBNUbTfnJ6hwonW85smOEX2d+HNlyK6Q5zHOaVrAg+U7GtbhFeakwQx/CltjT/AOlvSRXsFwO59treUsdDg3D01BO5HUmO2wmJbqFEK2Vva1R2IgtyW2c64wlaQFNCna9r+d4queoFIVSfIQ+Cy2lq3Hxk0lCmOQHyiUoqmO5uUnJaKocbXb2UCnxhRg67kaqhH6ZY8bRS21r+EZLtveNGq0hZyk2uTGx4cDbuzMfEzn+DBOSiSAxxHS8j8+4iXD0jUcfoXq57Adu56QXMfwYxzXDK9GqhAvobbbmBt5blfjKxwHirV6YPUMh89mH7xjlPF5ZWSoRrqv6x36nULeF9vhD4tf4eqlZfZZw/kw9oe9ST7jBlix8EkTvFL1qdRQi61S57cz/Qx7gOLvR+pXw1al1vpZh8QIu+IWuNQsd7fuPdJvLkYKBe4/m3nMmdsuthMDxRhqvsvY9mVh9RJanUvuOUKh8APKdYgbwkdCOLJ02HMmw85zGq7KFTYW3iJxHrXA9m4955xT+Mb8seMX2JOUVpkRiMOy+1GjUx1vJutqbpGxwbHpOqMv2cc0r0O8g9Fpttq63kyaa+Eq/+Gt5RVcHVH/2MPfElC3dhWSlVDvPctpFCxABHUbSk1cOO8tFTLHb2nJ84n/gY6ky2N8Vtkcnk9IrVEMhuDuJM0OIHA9Zb+UkFyNIvTymmOkMnCXZscskOmRzcSnkEMEmUy9PyiCTrH+irzZn7DLjz2io1OOQEKMMIulxJtL0aMn7GtTCsIiOe/KSLEmJehEKf7A69B1KW6RtiwnT5QYh0QXb/ANxkMaG9mwmSGuxPG1NCFgLnoO5OwmU8cpXFQO9QsGFthbT/ACjsJpWY1z6gIGkuoN/E7fO0qnFlMVKTDtv33lYInNUZix3mhcLZguJotSqi5WwI7jow7f1lAcWjnKMyOHqrUHLkw7r1hlG0CE6ZomXVWwbaXJaix9V/y9tY6efKXvBY9CBuPcZkvFuPcMhSowp1ELDSdrgi9+9ww+EruDzKqvs1GFrEWMg/j3tHWvlLqR6M9KALk7d5HHMDUbSm/S/j4dzM64W4ppupTF1Cv8zmy+W3XwAkjnXG1NKbU8B7ZJDViPw/8u/U+PK0ksUm6oo82NRuy05/xLh8GAh+8qgbohFwepZuSyP4P4ufFV2pvTRRpZl06rjSRsSeex5zJKmJNyWuSdyT1Pfxl84Ay2sSmKo+jYAsrKzWNiLH9p0uEYx2canKc9GqQpjMZgFH3gNNuzb3/SRs0jq+PaqdIBseQG5PnOaU1E6YYnL/AAcV81s33ahlHM3/APHv5x9hrlATe/iLH3jpEcHgdO7bnoOg/qfGPo0OXsTLw6iJFYUrFSJzTKEaE4Lw2mdCQgoCwQwWCY1AnDBecMBgapE5znK0dhYue/JfFv6St8c8bHDP6GgFNS13Ztwl+QAHNrb+EpNDjB2uK6KytzNO6sPHckHy285SMPbEcyzZnnwAJNQMe9wfd4eUrVfiJlOqm5HhzHnIzNqVzrpnXTP4h0P5XH4T585E1XI5S9JEnJsvacZEqq10ZDqQhiCF2ZTffp4xfD41Kl7EEHpf9pQMPi2A2YjuLm3hty7wwxhB3VfMXRvO67fKBJBcn7HOeYH0dSwNwd9owencRbEYwuRcm/jY/OwvCLCAVpYnVRNNjvSIK/pOzj3eqYzoizEeBEPWTqPfE15g+4/T6QdB7JnD5XUchKKtUcnZQBfr9IhmVOpTfS6MhH4SLEefwk/wFmH+coi1iX0n3giXf7ReGPTgVE2e2x8R0PgR9Is8lSpDwx3G/ZkRcNzM0f7KbKKiuSGfdDflbn6p59Jn6YM76gVZTYqdiN99o8wmZPhypp1LsDtztbrJZfNUi+Bfj8pGz1sIwcNVOsXAJvawJ7dJHZzjqmCrXRQ1Gp7O1yLe0mrv1kFkfFhrk6wb6QHXoR3BHIg9fKW/K69PE02o1bOOW/Mjob9GHhOSEeEto7Zv8kLixxlecU62wIDWvpuLkdwOckxMqq5XUyzGCp6zU7Eo9tnW/rIf5rX2981KkwYAruCAQe4O4nQ0u0cW+mKQXgdCPfCQID0HJnNUIYAIaFsULzk4IJjWchWhjCPCKeec8xBqYis7c2qP8mIA+AEjyZJ8R0dGKxCHpVf5m4+sjHnQSQrh8SVvpNrix8R2I6iEcgxuZ1KneMmK0wt9JvFSIGFxCUGsdJ903RuwERUGcYQqzGsViQTewBN+wv8ASHktwpj0oYqm9QA076Hv0Vti3u2Puiyeh4q2Sv2fZezY6hdSNJLna1woO/lNwxFJXUq3Ixjgsrp031qo1WKg9QCbkDwvHldCSCtiRfY9Qbdeh2nHOVuztxxSVGSfaTklRXRlVihDBiFJUFSNJYgWFwevaUfQRaekVrA3Uix6qw5+7qJUs94Aw9ZtdMmkTzCW0n3HkfKPDLXYs8LbtGb8OXViwG1tPn1NvgJccqxTU6ivzFxzIHnc+X0jv/ZT0a6UGw5XP1PeMTh2TY7SE58pWdmPHwgkXOpiqGORqFN1fb17b6Lg6GHvHMdoywuKejRoUG3qqAtTTvYKbAbd9pEZDiPRlgnql+ekAX7XPWS2S5cxcu/O9/P+s13pC8FHykWZXJAvARCiCWSOOTt2C06DCmFjCC05CAwTUawXhHnNUBMNCWYt9peD9HjnPSoquPhpP0lTYzT/ALXsFdKFYc1ZqZ8mAYfNT8Zl7Sq6E9hDaAD+zEmM6tQiOhaFQ3cfvC1Bed1dtoR+8LAuxanUuPEf3edIjYNYx0DfeBMLQBC6oa8TYQMKN1+z/PP4jBoSbvS+6fvcD1SfNbfCWlKomF/Zxm5o4nRf1a4Cn9a3Kn5sJrlPG95yzhTOuErRF/ajj2pYWmyMVYVhYj9LXHlGHCnHSVvUq2Wpbr16bd5Hfa5mF6FBB+J2b/tUD/8AUzBKhBBBsRuCNrQrGnEzyuMj0vS0sO8Y5tlyshNt+nnMu4a48enZKpuB1/v/ANTScLnlOsE0nnv+1vGRlBx7OnHNSdor6YE66YBtvz7b3l3qaVK8hq27XNiQPkZB4CjaqVPgynt/odx7pM5hg/SrpvpIIZWG+llN1PiL8x2vFjofLvQrecjelVJuGXSw5joezKeqn/Qw+udKOB6FYLRLXBrhoWxW07EtcE1AsTvATCa5wtGoSys/aPQ1YGofyFHHuax+RMxZhvNy4zGrBYgf8sn4ETD2jroHsRYQKIYiC0ZCs6DCOvjFgJwrteMKhu0NRex8D/d4HhQNopT0PCJwpOYd9ufKKxhehJQy+spsy+sp7Ebg/GegMNT9JSSpa2tFf/uAP7zBkG83vhF9eCw5/wCUo+At+0hl1RfDuzL/ALUmIq0VPIK5HvIH7SiFpf8A7YLfxdNR0pb+9r/tM+vGh0LPsXUyw8I16zVlp07kcyPy9bjtvKyrWls4YzdaCer6rsRqbqR59BaJlbUeivx48prdGjZHmpcq5F7C23XfkfEG/wAZccLWDC4lDwdPVoxWDHpadUhcRRWxZG/OovzHUdRLhgabISOnTdfoTecrOzT9hM1y44ukTSbRXos602Hfa6nwO3ykbkmcispVvVrJ6tWm2zKw2O3bygyTMzRxb0qwKCufV1ggaxe1idtwSPhKj9o7NQzEul19IiPcbb+yfmBK4Hemc/yYcXaNB1TuqZ/l/HWkgV11L+ZB6w81/F7t5dMLildQ6EMrC4I6idDjRx8rHoMETV4IKCI+knDUjbVAWj0S5BcwoirTem3J1Kn3jnMJxdFqbMje0jFW81Njabo7THuL0AxlcDb17+8gE/MzUGL2QlQwIZ0wWmHDqIcbQq8p28cWhGsvblC0oq7XESGxihQYDSb9I51RuYpRa48toTC6Gbd9m9bVgKf8rOvwY/1mHXtNQ+zDiChTwz06tanTYVSQHYLdWVdxfpcGSyq0VwumVb7Uq+rMKn8iovwX/WUoyc4pxwrYqvUBuGqMQR2BsCPC0hLRoqkLJ2wscUDOYbCtUNlF5P4fh5jt1iZMkY6bLYsM57SDcM58+EqF1GpSBrS9tQHUX/ELm01mlndKpTV6dRWVhcbi48COh8JkGZ5JVoLqI9U7XkVg8a9FtSnz7HzAghUtoGVSg6ZsuOz8qQLq9Pk1N+RHdSN1PiJCceV8PiaCVlrj09L1dDCzVEY7bDYsptuNiL8o2ynMaFbDmpU3ZPbpg6fcDzI6jeUNmBqNpvpuSurna+15RQV2SeR1RIVmtuJfPs7x+qg9O/8Aw32/S+4+YaZxUqyZ4OzY0MQoPsVbU2959U+4n5mVZBGvI8ERQwSY1iN50mE1ThaMTAxmXfaBStiyfzIh+oP0E09mmffaVRbXRf8ADpZL/wA1w1vhf4GYMXspR2gUTpgiFwXhkMKvjOuekZCNHUN94nWTtFFIE4Ln+kIRNpym25t1irL2haK73gMhQL3nGAh4FE1GsQZJwUzHIHznbTUHkSvCGKSnXVawvScgFutM9HHcdwek2rC8OIjeUwSk1jN5yvPE/hcNUqMA1VFAB5sw2Nh1O05c+JN2dnx88kmrE+KMnWpQZbC1iZgOMUBiB02v5Tf82x/pqbUxqTUCNQtcX6jnMV4h4cq4U+sNVM+zUUbeTflPnKYoOKJZ8qlSIRXsP73EPTqetEzOA2Msc7HeqPMvv6Wn+tP/ACEjkaTvCmH9JiqQ6K2s+S7/ANI4jNgU7wRNDBFFEiYW84TCxyaZ0mV7jbDa8K56oQ49x3+V5PmNsXSDIynkykfEGCg2Yy4+UI42nWaw8YFPw8ZM6jiRQG+/uiZFp3XChWdIMVScVoXVGFFRCrCl77Q1/hAE6IYTk4TME604ak4Wie8DYaFA8vuRZvTqjAUL3fDpXc7cmYgKt++nUffKBJ/ghL4oeCMfoIKtmbpM09WnaihgQQCDsQdwfdElhwY5CynZ1wOrEthyEP5GuV9x5j5yl5jlNWgbVaZXsdiD5MNjNmCwzUQRYgEHoQD8jNQVJmGgTQuAsmZAazggsNKA89PVj5yzrlFAHUKNMHuEW/0jxVmRpSsUSCGpwTAsaEzkEAEckcibxYxGs1hc9N4AmNY2nZ2XY2ZhfyMalY4qPclu5J+JJiLEd5I60EYzqtOQTGFrzkIX8YUmGwUHveHFQCI3gmsNC5rTmsRGGRbwBFQZ2J0xYxQTGBLFwNVAxNj+JCB57GV8CPMnxAp16bnkri/kdj9YV2LLaNcQRVVnaS3i604xAIEhgIpohgk1hE9M6EioSHCTWChILBFxTgms1ER1hxBBHJhHMhuKXIwtaxI9RuUEEAV2ZNVY7b9Im7G/OcgkjsATCBj3gggAhRTClj9YIITBqp+sTRt52CAIYmK0ztOwRhTiMd94pTPKcgmCK3ihgggMzZMgP3FL9C/SSqzkEZkEHhlggmCHENBBAYBgggmM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3256" name="AutoShape 8" descr="data:image/jpeg;base64,/9j/4AAQSkZJRgABAQAAAQABAAD/2wCEAAkGBxQTEhUUExQVFhUUFxcVFxgVGBQXHBgYGBYXFxgXGBUYHCggGBolHBcUITEhJSkrLi4uFx8zODMsNygtLisBCgoKDg0OGhAQGiwkICQsLCwsLCwsLCwsLCwsLCwsLCwsLCwsLCwsLCwsLCwsLCwsLCwsLCwsLCwsLCwsLCwsLP/AABEIAPIAyAMBIgACEQEDEQH/xAAcAAAABwEBAAAAAAAAAAAAAAAAAgMEBQYHAQj/xABBEAACAQIEBAIHBgQDCAMAAAABAgADEQQFEiEGMUFRYXETIjKBkaGxByNCUnLBFGLR8BUk4RYlM2OCkrLxNEPC/8QAGQEAAwEBAQAAAAAAAAAAAAAAAQIDAAQF/8QAJBEAAgICAgICAwEBAAAAAAAAAAECEQMhEjEiQQQyE1FhcRT/2gAMAwEAAhEDEQA/ADZlm9dHVqiaaW7uACzKg6lgQoa/4ReIZ7xtTX1KKhjoBB/mJOxHQAWMpGKxlWqiIzaURQugeHcxJEA2AnTLi0rWxFLjJ8BXE4upWOqsdTWsOgAvfp/e0TMMqxxQwjObKpY9gCYjkLuTL59l+IJ9LqYm2kC55bHlG9HiBMNjq7turWFx4RPh/g3EncuaKnnb2iP2kLxXkww1bQGLXF7nznKlGU3vs6uUowWuiRx/E9WtX1Ubprsg+MtWV8Epf0ldjVc7m/K/lM5yQffU/wBa/Wbqg9X3RcvjpDYnyVsZJlNECwprbyEoHH3DaUtNakAATZgPkZbeH86etXrU2AtTNgR235/CF4/A/hHv4W87ycG1IrJJolcsX7pf0j6Sn8Nr/vLEeX7y55UPuU/SPpKnkK/7yxHl+8VdML7JvjFL4Sr+kx7ko+5p/pH0iHFi/wCVq/oMc5Kv3NP9I+kASL/wTVjDXYCyqAvn1Md8R5iKFB3PQG3n0kvaZb9pmJqelVG2S118e5MaC5OhZS4qy/8ADxvQpk9VBPwkirXv4SN4Z/8Aj0/0j6QUcVbEvT7qGHxtEHHWZL92/kfpM54K4fSvQrax7TMAe3MTSsYLo3kZV/s/xCehKA+srNqHjcxk2k6FpNkJwVw1Xw+KYsPUta/5t9tpfsePu2v2MdSA40zRaGGc33IsB4mFtyZklFGKVfaa35j9YkwnKTc4dhPVj0eTPsTnZ21pyEUXVJJ5fkVeqL06bMO/T3R9wxkv8RXVD7PNvKbTh8KtNQqgADYTjyZeOkdmLDatmAVcIyMVZSpHMHabTw3ldOlRTSouQCTbc7SofaUE9NTCgatJv5XFpoGVrakn6R9JHJPkkWxwUWyPzfiGhh9nYX/KOfwmVcU5uMVW1gWAFheWrPuF62IxTsospI9ZvKVTPsmbDVNDEHa9xGwqN97Bm5V/BvkKff0v1rN1RdpifDqf5ml+sTb0G0Gf7Bw/UZ4HLUpaio3Y6mPcylfaZiH+7TSQm5v0J6CXjC5glRmRWBZDZh2hc2y+nWTTVHq3B8dt7CSi6dlntUFypfuU/SPpIrLeH6iYypXJXS4sBff4SQr5xRperdRbpcbe6ReKzZqnseVwTb4H/SZINNkznWAarQdFtdlIFzYcobLsOUporCxAAMiME1S9+Z73JB8CvTzEmqeKA57efL4zUZ6DI1yR2lV+0TKxUoawLtTufd1lm9GNesHmLEfQiczLQabByNJBBv4iaNxdgaTVDPhwWw9P9I+kr2e4v0WZUDewdSp+ItD4Pi7D0aIXUSUFrDcm215ROLOIDiayuoKhB6vfne8eOJt9E5ZVH2bHiqoCEkjlMIo5tUw9dnpNY6j5EX6w+Mz/ABFRdLVWt2G30kO0vjw1dkMma64l8p/afUC2NIX76tvpKpn/ABDVxTaqh2HJRyH+siWM5KxxRi7SJSzSkqYthescNG+F5xyVl49HPJ7CAQRQLBGAbnkeRLQxNZlHqsFK+HO4hOMqdZ/RJQB1atRI2sB3llA9YxJ3Afc8xtPFs9mih4rg6rUDVa1QFwOQG23jLxgF+7XyH0h8d/w2/SZ3Cj1F8hC3ZqBVqBRckCZPx7jUq4i6EEKtiRvvfvJnibLsTXxDqgcoLW3svKU/Nsteg+hxY85bEld2Ryt1VC3C6/5ml+oTal5TGeE1/wA1S/V+xmzLBm+wcP1K5gMu/h6tfE1Ds3IDsO/jK1mfE9XEEincJawtsfjJ/wC0DG6aCpveoTy7La/1EpOSHU9ugtz+ZPxk31Z0wim9krl/D7kaiT43N/lJnCYLR0I7kAgfCS+XctiP798lE3iK2PJpaGGEw9twPkR85zHYKrUBAKrfqbt/SSs40cleyEwODrUyASCoN9r+8eXKUvjrKXV9a1Gem9yoJJtbmottcdue00l2kZmOBFRalOw+8UsB2qLuCPONjlTFyrkjFqZ326RDFrysI8x6lXIIseo8eojB2noXo8xrY3YRMxVoULfYb+W8IBAzlo+o5ZVdrBGv4i0kaHCdYkX2B6wWroKhKuVaITC849tJx+EjTK+tcttHGYcJVaaa76h2lItE3GT2kVqCL1KJHMEQRhNm65Jmnpa1dfyEKPnc/GKZ3lhqvRYfge7eVpXs1q/wWNFXlTrCzeBHWXOjiVZQQQQeoni0e1Y0z2rpoOfC3x2jugPVHkJS+Os79mklzYhnIvbYiwvJXLc6q10BpUtvzObD3AbmGvZv4WEgTK/tEOrFC29kA+ZlvzTAYx1Omsqm3sqtvde8WyPJqa01dk1VCAWZtzfruY0JcXYJRtUZhlTPQqJV0MbHa4O/TYzUKTYmqt/Vo3HIjU3v6CK5hpL0kKc2uD5C8GeY56S3QbWYlu21h8z8ppz5bDjx1pFD46oV6a0zVb0gVn9e1ratNtvdK7l9Y6io9pxtvbbqWPQCS2bYt3Pr1HYWOzG4+EJw/k16hAbc0yVZuZOr1gW62BUiZTThZZ4pQnQ4orUw1UBcTrFlJKBWTfpbv75f8szinUbQHVnADeqdmXlcX3FjzB3F/fIKnwtYALXcC1ipAsfHbn77yr/4dUXG06NGqadTUwLqAbJbc2P/AE7QJ2aUVWjUsbjkpIXdtI+NyeQAG5PhIjC51VrE+jpLp6B30vbvbSV+ch6mT4h65StX9KKVIPSJULfUxViwBsWFgL9jDvTxisD6IMqAAG/4d7j6dIrbugxgqtstFAkg32I5g8wexH9iIY17LccxvI7NMa6LQrIpZyWT0d76wULabjsVuD0uY0XMcVXYBMOqjqXcm1+4AtcecaK9k37RWs54YqVMU+jdWbUCf5t7e6If7B1AfXYW8JoGZ45aAV35Ha43Fx08/CQea8WIf+GpfvsZ1qUmtHIowUrkQuG4MpA3JJHjJfA5PQpVAbAdryExea4h9qaaR3Mj62CxNQ3epbylIRk15E8soRncOi45zjKFIi7KCdukruO4nooLIdRv0kcOHwTd2Zj4m8k8t4epE+zygeKK8m+ho/InNPHFdkVV4pd3UrTNlN5ZH4upuoUggnncSaw3DtMD2R8ITFcM0m/CIjywfopD42SPTRD4ilTqKQbWPLlOxtmXCxTemzC3TpOymFJR1IT5bnKe4ehrxXxd/FAIqaVBvc8z/SOfs/Y1KxRnbQq3C3Njv2lLEsHBNMNiVu5S1zcG1z2kp40oNIXHkcp7NaxoVEP3dwAdgIz4SI/hkIFr327bmPq2LSmhLMLCQmR5paibU35sQLdySJyqLOuycr4laSFncWFzc2E5ltYPSVh+IX+MoeKyOviGJqVDYm4XmAO0sGXZe9MKhqtpAtbb6xuGuwN06aBxhVNOmtVW+8RgVXv0It5RunES4miyNTqKWWx9Umx6G/nHmNwlJDcnf+Y/1jFs4o0za4v4QqCehpPjHkmUbM7jUG2Ycx5SU4fzCqwCUkU6bG7XuD3B95+MbcV1hUb0gUgEaSTtuBsfeLj3Cd4SDCqttwy7/KJKHFUdMc35Hy/hdUfGEb08Mv8ANd9vNRz+Ikfwzl4OIqVWJZ/ZLna/UlV6Lyt5RXiDM2FPSmxa4B+sieGGxVJydBdHsPIjr8zEDTovOMoHUrpbWl7A7Bla2pCel7Ag9xGNXN1IKilVD/kKfve1vG8f0lq67sU9GR7NjqB7k33jy8aiKaXZC5blbAh6xFwCEUbhA3tEnqxsPICSK01tpttYk9ufKHrPsZzDeyCfGYDb7ZH5jgEKFbABiht4i+/wjzCZRSQbIPhIvM6xdttlHL+s5h84dNmsw+c6IwlxpHNPInK2TrYFD+EfASOxnDlJ+Q0nuIZOIqXW49xP0na/EVNRezn/AKTAlNPQG4NbKbmWWvSbTe/bxiGGxbU2vpuOsfZvmprNcLYDYSMbUZ2xVxqRxOXGVxLNheIaZG5t5x+ma0j+IfESlYbBNUbTfnJ6hwonW85smOEX2d+HNlyK6Q5zHOaVrAg+U7GtbhFeakwQx/CltjT/AOlvSRXsFwO59treUsdDg3D01BO5HUmO2wmJbqFEK2Vva1R2IgtyW2c64wlaQFNCna9r+d4queoFIVSfIQ+Cy2lq3Hxk0lCmOQHyiUoqmO5uUnJaKocbXb2UCnxhRg67kaqhH6ZY8bRS21r+EZLtveNGq0hZyk2uTGx4cDbuzMfEzn+DBOSiSAxxHS8j8+4iXD0jUcfoXq57Adu56QXMfwYxzXDK9GqhAvobbbmBt5blfjKxwHirV6YPUMh89mH7xjlPF5ZWSoRrqv6x36nULeF9vhD4tf4eqlZfZZw/kw9oe9ST7jBlix8EkTvFL1qdRQi61S57cz/Qx7gOLvR+pXw1al1vpZh8QIu+IWuNQsd7fuPdJvLkYKBe4/m3nMmdsuthMDxRhqvsvY9mVh9RJanUvuOUKh8APKdYgbwkdCOLJ02HMmw85zGq7KFTYW3iJxHrXA9m4955xT+Mb8seMX2JOUVpkRiMOy+1GjUx1vJutqbpGxwbHpOqMv2cc0r0O8g9Fpttq63kyaa+Eq/+Gt5RVcHVH/2MPfElC3dhWSlVDvPctpFCxABHUbSk1cOO8tFTLHb2nJ84n/gY6ky2N8Vtkcnk9IrVEMhuDuJM0OIHA9Zb+UkFyNIvTymmOkMnCXZscskOmRzcSnkEMEmUy9PyiCTrH+irzZn7DLjz2io1OOQEKMMIulxJtL0aMn7GtTCsIiOe/KSLEmJehEKf7A69B1KW6RtiwnT5QYh0QXb/ANxkMaG9mwmSGuxPG1NCFgLnoO5OwmU8cpXFQO9QsGFthbT/ACjsJpWY1z6gIGkuoN/E7fO0qnFlMVKTDtv33lYInNUZix3mhcLZguJotSqi5WwI7jow7f1lAcWjnKMyOHqrUHLkw7r1hlG0CE6ZomXVWwbaXJaix9V/y9tY6efKXvBY9CBuPcZkvFuPcMhSowp1ELDSdrgi9+9ww+EruDzKqvs1GFrEWMg/j3tHWvlLqR6M9KALk7d5HHMDUbSm/S/j4dzM64W4ppupTF1Cv8zmy+W3XwAkjnXG1NKbU8B7ZJDViPw/8u/U+PK0ksUm6oo82NRuy05/xLh8GAh+8qgbohFwepZuSyP4P4ufFV2pvTRRpZl06rjSRsSeex5zJKmJNyWuSdyT1Pfxl84Ay2sSmKo+jYAsrKzWNiLH9p0uEYx2canKc9GqQpjMZgFH3gNNuzb3/SRs0jq+PaqdIBseQG5PnOaU1E6YYnL/AAcV81s33ahlHM3/APHv5x9hrlATe/iLH3jpEcHgdO7bnoOg/qfGPo0OXsTLw6iJFYUrFSJzTKEaE4Lw2mdCQgoCwQwWCY1AnDBecMBgapE5znK0dhYue/JfFv6St8c8bHDP6GgFNS13Ztwl+QAHNrb+EpNDjB2uK6KytzNO6sPHckHy285SMPbEcyzZnnwAJNQMe9wfd4eUrVfiJlOqm5HhzHnIzNqVzrpnXTP4h0P5XH4T585E1XI5S9JEnJsvacZEqq10ZDqQhiCF2ZTffp4xfD41Kl7EEHpf9pQMPi2A2YjuLm3hty7wwxhB3VfMXRvO67fKBJBcn7HOeYH0dSwNwd9owencRbEYwuRcm/jY/OwvCLCAVpYnVRNNjvSIK/pOzj3eqYzoizEeBEPWTqPfE15g+4/T6QdB7JnD5XUchKKtUcnZQBfr9IhmVOpTfS6MhH4SLEefwk/wFmH+coi1iX0n3giXf7ReGPTgVE2e2x8R0PgR9Is8lSpDwx3G/ZkRcNzM0f7KbKKiuSGfdDflbn6p59Jn6YM76gVZTYqdiN99o8wmZPhypp1LsDtztbrJZfNUi+Bfj8pGz1sIwcNVOsXAJvawJ7dJHZzjqmCrXRQ1Gp7O1yLe0mrv1kFkfFhrk6wb6QHXoR3BHIg9fKW/K69PE02o1bOOW/Mjob9GHhOSEeEto7Zv8kLixxlecU62wIDWvpuLkdwOckxMqq5XUyzGCp6zU7Eo9tnW/rIf5rX2981KkwYAruCAQe4O4nQ0u0cW+mKQXgdCPfCQID0HJnNUIYAIaFsULzk4IJjWchWhjCPCKeec8xBqYis7c2qP8mIA+AEjyZJ8R0dGKxCHpVf5m4+sjHnQSQrh8SVvpNrix8R2I6iEcgxuZ1KneMmK0wt9JvFSIGFxCUGsdJ903RuwERUGcYQqzGsViQTewBN+wv8ASHktwpj0oYqm9QA076Hv0Vti3u2Puiyeh4q2Sv2fZezY6hdSNJLna1woO/lNwxFJXUq3Ixjgsrp031qo1WKg9QCbkDwvHldCSCtiRfY9Qbdeh2nHOVuztxxSVGSfaTklRXRlVihDBiFJUFSNJYgWFwevaUfQRaekVrA3Uix6qw5+7qJUs94Aw9ZtdMmkTzCW0n3HkfKPDLXYs8LbtGb8OXViwG1tPn1NvgJccqxTU6ivzFxzIHnc+X0jv/ZT0a6UGw5XP1PeMTh2TY7SE58pWdmPHwgkXOpiqGORqFN1fb17b6Lg6GHvHMdoywuKejRoUG3qqAtTTvYKbAbd9pEZDiPRlgnql+ekAX7XPWS2S5cxcu/O9/P+s13pC8FHykWZXJAvARCiCWSOOTt2C06DCmFjCC05CAwTUawXhHnNUBMNCWYt9peD9HjnPSoquPhpP0lTYzT/ALXsFdKFYc1ZqZ8mAYfNT8Zl7Sq6E9hDaAD+zEmM6tQiOhaFQ3cfvC1Bed1dtoR+8LAuxanUuPEf3edIjYNYx0DfeBMLQBC6oa8TYQMKN1+z/PP4jBoSbvS+6fvcD1SfNbfCWlKomF/Zxm5o4nRf1a4Cn9a3Kn5sJrlPG95yzhTOuErRF/ajj2pYWmyMVYVhYj9LXHlGHCnHSVvUq2Wpbr16bd5Hfa5mF6FBB+J2b/tUD/8AUzBKhBBBsRuCNrQrGnEzyuMj0vS0sO8Y5tlyshNt+nnMu4a48enZKpuB1/v/ANTScLnlOsE0nnv+1vGRlBx7OnHNSdor6YE66YBtvz7b3l3qaVK8hq27XNiQPkZB4CjaqVPgynt/odx7pM5hg/SrpvpIIZWG+llN1PiL8x2vFjofLvQrecjelVJuGXSw5joezKeqn/Qw+udKOB6FYLRLXBrhoWxW07EtcE1AsTvATCa5wtGoSys/aPQ1YGofyFHHuax+RMxZhvNy4zGrBYgf8sn4ETD2jroHsRYQKIYiC0ZCs6DCOvjFgJwrteMKhu0NRex8D/d4HhQNopT0PCJwpOYd9ufKKxhehJQy+spsy+sp7Ebg/GegMNT9JSSpa2tFf/uAP7zBkG83vhF9eCw5/wCUo+At+0hl1RfDuzL/ALUmIq0VPIK5HvIH7SiFpf8A7YLfxdNR0pb+9r/tM+vGh0LPsXUyw8I16zVlp07kcyPy9bjtvKyrWls4YzdaCer6rsRqbqR59BaJlbUeivx48prdGjZHmpcq5F7C23XfkfEG/wAZccLWDC4lDwdPVoxWDHpadUhcRRWxZG/OovzHUdRLhgabISOnTdfoTecrOzT9hM1y44ukTSbRXos602Hfa6nwO3ykbkmcispVvVrJ6tWm2zKw2O3bygyTMzRxb0qwKCufV1ggaxe1idtwSPhKj9o7NQzEul19IiPcbb+yfmBK4Hemc/yYcXaNB1TuqZ/l/HWkgV11L+ZB6w81/F7t5dMLildQ6EMrC4I6idDjRx8rHoMETV4IKCI+knDUjbVAWj0S5BcwoirTem3J1Kn3jnMJxdFqbMje0jFW81Njabo7THuL0AxlcDb17+8gE/MzUGL2QlQwIZ0wWmHDqIcbQq8p28cWhGsvblC0oq7XESGxihQYDSb9I51RuYpRa48toTC6Gbd9m9bVgKf8rOvwY/1mHXtNQ+zDiChTwz06tanTYVSQHYLdWVdxfpcGSyq0VwumVb7Uq+rMKn8iovwX/WUoyc4pxwrYqvUBuGqMQR2BsCPC0hLRoqkLJ2wscUDOYbCtUNlF5P4fh5jt1iZMkY6bLYsM57SDcM58+EqF1GpSBrS9tQHUX/ELm01mlndKpTV6dRWVhcbi48COh8JkGZ5JVoLqI9U7XkVg8a9FtSnz7HzAghUtoGVSg6ZsuOz8qQLq9Pk1N+RHdSN1PiJCceV8PiaCVlrj09L1dDCzVEY7bDYsptuNiL8o2ynMaFbDmpU3ZPbpg6fcDzI6jeUNmBqNpvpuSurna+15RQV2SeR1RIVmtuJfPs7x+qg9O/8Aw32/S+4+YaZxUqyZ4OzY0MQoPsVbU2959U+4n5mVZBGvI8ERQwSY1iN50mE1ThaMTAxmXfaBStiyfzIh+oP0E09mmffaVRbXRf8ADpZL/wA1w1vhf4GYMXspR2gUTpgiFwXhkMKvjOuekZCNHUN94nWTtFFIE4Ln+kIRNpym25t1irL2haK73gMhQL3nGAh4FE1GsQZJwUzHIHznbTUHkSvCGKSnXVawvScgFutM9HHcdwek2rC8OIjeUwSk1jN5yvPE/hcNUqMA1VFAB5sw2Nh1O05c+JN2dnx88kmrE+KMnWpQZbC1iZgOMUBiB02v5Tf82x/pqbUxqTUCNQtcX6jnMV4h4cq4U+sNVM+zUUbeTflPnKYoOKJZ8qlSIRXsP73EPTqetEzOA2Msc7HeqPMvv6Wn+tP/ACEjkaTvCmH9JiqQ6K2s+S7/ANI4jNgU7wRNDBFFEiYW84TCxyaZ0mV7jbDa8K56oQ49x3+V5PmNsXSDIynkykfEGCg2Yy4+UI42nWaw8YFPw8ZM6jiRQG+/uiZFp3XChWdIMVScVoXVGFFRCrCl77Q1/hAE6IYTk4TME604ak4Wie8DYaFA8vuRZvTqjAUL3fDpXc7cmYgKt++nUffKBJ/ghL4oeCMfoIKtmbpM09WnaihgQQCDsQdwfdElhwY5CynZ1wOrEthyEP5GuV9x5j5yl5jlNWgbVaZXsdiD5MNjNmCwzUQRYgEHoQD8jNQVJmGgTQuAsmZAazggsNKA89PVj5yzrlFAHUKNMHuEW/0jxVmRpSsUSCGpwTAsaEzkEAEckcibxYxGs1hc9N4AmNY2nZ2XY2ZhfyMalY4qPclu5J+JJiLEd5I60EYzqtOQTGFrzkIX8YUmGwUHveHFQCI3gmsNC5rTmsRGGRbwBFQZ2J0xYxQTGBLFwNVAxNj+JCB57GV8CPMnxAp16bnkri/kdj9YV2LLaNcQRVVnaS3i604xAIEhgIpohgk1hE9M6EioSHCTWChILBFxTgms1ER1hxBBHJhHMhuKXIwtaxI9RuUEEAV2ZNVY7b9Im7G/OcgkjsATCBj3gggAhRTClj9YIITBqp+sTRt52CAIYmK0ztOwRhTiMd94pTPKcgmCK3ihgggMzZMgP3FL9C/SSqzkEZkEHhlggmCHENBBAYBgggmM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3258" name="AutoShape 10" descr="data:image/jpeg;base64,/9j/4AAQSkZJRgABAQAAAQABAAD/2wCEAAkGBxQTEhUUExQVFhUUFxcVFxgVGBQXHBgYGBYXFxgXGBUYHCggGBolHBcUITEhJSkrLi4uFx8zODMsNygtLisBCgoKDg0OGhAQGiwkICQsLCwsLCwsLCwsLCwsLCwsLCwsLCwsLCwsLCwsLCwsLCwsLCwsLCwsLCwsLCwsLCwsLP/AABEIAPIAyAMBIgACEQEDEQH/xAAcAAAABwEBAAAAAAAAAAAAAAAAAgMEBQYHAQj/xABBEAACAQIEBAIHBgQDCAMAAAABAgADEQQFEiEGMUFRYXETIjKBkaGxByNCUnLBFGLR8BUk4RYlM2OCkrLxNEPC/8QAGQEAAwEBAQAAAAAAAAAAAAAAAQIDAAQF/8QAJBEAAgICAgICAwEBAAAAAAAAAAECEQMhEjEiQQQyE1FhcRT/2gAMAwEAAhEDEQA/ADZlm9dHVqiaaW7uACzKg6lgQoa/4ReIZ7xtTX1KKhjoBB/mJOxHQAWMpGKxlWqiIzaURQugeHcxJEA2AnTLi0rWxFLjJ8BXE4upWOqsdTWsOgAvfp/e0TMMqxxQwjObKpY9gCYjkLuTL59l+IJ9LqYm2kC55bHlG9HiBMNjq7turWFx4RPh/g3EncuaKnnb2iP2kLxXkww1bQGLXF7nznKlGU3vs6uUowWuiRx/E9WtX1Ubprsg+MtWV8Epf0ldjVc7m/K/lM5yQffU/wBa/Wbqg9X3RcvjpDYnyVsZJlNECwprbyEoHH3DaUtNakAATZgPkZbeH86etXrU2AtTNgR235/CF4/A/hHv4W87ycG1IrJJolcsX7pf0j6Sn8Nr/vLEeX7y55UPuU/SPpKnkK/7yxHl+8VdML7JvjFL4Sr+kx7ko+5p/pH0iHFi/wCVq/oMc5Kv3NP9I+kASL/wTVjDXYCyqAvn1Md8R5iKFB3PQG3n0kvaZb9pmJqelVG2S118e5MaC5OhZS4qy/8ADxvQpk9VBPwkirXv4SN4Z/8Aj0/0j6QUcVbEvT7qGHxtEHHWZL92/kfpM54K4fSvQrax7TMAe3MTSsYLo3kZV/s/xCehKA+srNqHjcxk2k6FpNkJwVw1Xw+KYsPUta/5t9tpfsePu2v2MdSA40zRaGGc33IsB4mFtyZklFGKVfaa35j9YkwnKTc4dhPVj0eTPsTnZ21pyEUXVJJ5fkVeqL06bMO/T3R9wxkv8RXVD7PNvKbTh8KtNQqgADYTjyZeOkdmLDatmAVcIyMVZSpHMHabTw3ldOlRTSouQCTbc7SofaUE9NTCgatJv5XFpoGVrakn6R9JHJPkkWxwUWyPzfiGhh9nYX/KOfwmVcU5uMVW1gWAFheWrPuF62IxTsospI9ZvKVTPsmbDVNDEHa9xGwqN97Bm5V/BvkKff0v1rN1RdpifDqf5ml+sTb0G0Gf7Bw/UZ4HLUpaio3Y6mPcylfaZiH+7TSQm5v0J6CXjC5glRmRWBZDZh2hc2y+nWTTVHq3B8dt7CSi6dlntUFypfuU/SPpIrLeH6iYypXJXS4sBff4SQr5xRperdRbpcbe6ReKzZqnseVwTb4H/SZINNkznWAarQdFtdlIFzYcobLsOUporCxAAMiME1S9+Z73JB8CvTzEmqeKA57efL4zUZ6DI1yR2lV+0TKxUoawLtTufd1lm9GNesHmLEfQiczLQabByNJBBv4iaNxdgaTVDPhwWw9P9I+kr2e4v0WZUDewdSp+ItD4Pi7D0aIXUSUFrDcm215ROLOIDiayuoKhB6vfne8eOJt9E5ZVH2bHiqoCEkjlMIo5tUw9dnpNY6j5EX6w+Mz/ABFRdLVWt2G30kO0vjw1dkMma64l8p/afUC2NIX76tvpKpn/ABDVxTaqh2HJRyH+siWM5KxxRi7SJSzSkqYthescNG+F5xyVl49HPJ7CAQRQLBGAbnkeRLQxNZlHqsFK+HO4hOMqdZ/RJQB1atRI2sB3llA9YxJ3Afc8xtPFs9mih4rg6rUDVa1QFwOQG23jLxgF+7XyH0h8d/w2/SZ3Cj1F8hC3ZqBVqBRckCZPx7jUq4i6EEKtiRvvfvJnibLsTXxDqgcoLW3svKU/Nsteg+hxY85bEld2Ryt1VC3C6/5ml+oTal5TGeE1/wA1S/V+xmzLBm+wcP1K5gMu/h6tfE1Ds3IDsO/jK1mfE9XEEincJawtsfjJ/wC0DG6aCpveoTy7La/1EpOSHU9ugtz+ZPxk31Z0wim9krl/D7kaiT43N/lJnCYLR0I7kAgfCS+XctiP798lE3iK2PJpaGGEw9twPkR85zHYKrUBAKrfqbt/SSs40cleyEwODrUyASCoN9r+8eXKUvjrKXV9a1Gem9yoJJtbmottcdue00l2kZmOBFRalOw+8UsB2qLuCPONjlTFyrkjFqZ326RDFrysI8x6lXIIseo8eojB2noXo8xrY3YRMxVoULfYb+W8IBAzlo+o5ZVdrBGv4i0kaHCdYkX2B6wWroKhKuVaITC849tJx+EjTK+tcttHGYcJVaaa76h2lItE3GT2kVqCL1KJHMEQRhNm65Jmnpa1dfyEKPnc/GKZ3lhqvRYfge7eVpXs1q/wWNFXlTrCzeBHWXOjiVZQQQQeoni0e1Y0z2rpoOfC3x2jugPVHkJS+Os79mklzYhnIvbYiwvJXLc6q10BpUtvzObD3AbmGvZv4WEgTK/tEOrFC29kA+ZlvzTAYx1Omsqm3sqtvde8WyPJqa01dk1VCAWZtzfruY0JcXYJRtUZhlTPQqJV0MbHa4O/TYzUKTYmqt/Vo3HIjU3v6CK5hpL0kKc2uD5C8GeY56S3QbWYlu21h8z8ppz5bDjx1pFD46oV6a0zVb0gVn9e1ratNtvdK7l9Y6io9pxtvbbqWPQCS2bYt3Pr1HYWOzG4+EJw/k16hAbc0yVZuZOr1gW62BUiZTThZZ4pQnQ4orUw1UBcTrFlJKBWTfpbv75f8szinUbQHVnADeqdmXlcX3FjzB3F/fIKnwtYALXcC1ipAsfHbn77yr/4dUXG06NGqadTUwLqAbJbc2P/AE7QJ2aUVWjUsbjkpIXdtI+NyeQAG5PhIjC51VrE+jpLp6B30vbvbSV+ch6mT4h65StX9KKVIPSJULfUxViwBsWFgL9jDvTxisD6IMqAAG/4d7j6dIrbugxgqtstFAkg32I5g8wexH9iIY17LccxvI7NMa6LQrIpZyWT0d76wULabjsVuD0uY0XMcVXYBMOqjqXcm1+4AtcecaK9k37RWs54YqVMU+jdWbUCf5t7e6If7B1AfXYW8JoGZ45aAV35Ha43Fx08/CQea8WIf+GpfvsZ1qUmtHIowUrkQuG4MpA3JJHjJfA5PQpVAbAdryExea4h9qaaR3Mj62CxNQ3epbylIRk15E8soRncOi45zjKFIi7KCdukruO4nooLIdRv0kcOHwTd2Zj4m8k8t4epE+zygeKK8m+ho/InNPHFdkVV4pd3UrTNlN5ZH4upuoUggnncSaw3DtMD2R8ITFcM0m/CIjywfopD42SPTRD4ilTqKQbWPLlOxtmXCxTemzC3TpOymFJR1IT5bnKe4ehrxXxd/FAIqaVBvc8z/SOfs/Y1KxRnbQq3C3Njv2lLEsHBNMNiVu5S1zcG1z2kp40oNIXHkcp7NaxoVEP3dwAdgIz4SI/hkIFr327bmPq2LSmhLMLCQmR5paibU35sQLdySJyqLOuycr4laSFncWFzc2E5ltYPSVh+IX+MoeKyOviGJqVDYm4XmAO0sGXZe9MKhqtpAtbb6xuGuwN06aBxhVNOmtVW+8RgVXv0It5RunES4miyNTqKWWx9Umx6G/nHmNwlJDcnf+Y/1jFs4o0za4v4QqCehpPjHkmUbM7jUG2Ycx5SU4fzCqwCUkU6bG7XuD3B95+MbcV1hUb0gUgEaSTtuBsfeLj3Cd4SDCqttwy7/KJKHFUdMc35Hy/hdUfGEb08Mv8ANd9vNRz+Ikfwzl4OIqVWJZ/ZLna/UlV6Lyt5RXiDM2FPSmxa4B+sieGGxVJydBdHsPIjr8zEDTovOMoHUrpbWl7A7Bla2pCel7Ag9xGNXN1IKilVD/kKfve1vG8f0lq67sU9GR7NjqB7k33jy8aiKaXZC5blbAh6xFwCEUbhA3tEnqxsPICSK01tpttYk9ufKHrPsZzDeyCfGYDb7ZH5jgEKFbABiht4i+/wjzCZRSQbIPhIvM6xdttlHL+s5h84dNmsw+c6IwlxpHNPInK2TrYFD+EfASOxnDlJ+Q0nuIZOIqXW49xP0na/EVNRezn/AKTAlNPQG4NbKbmWWvSbTe/bxiGGxbU2vpuOsfZvmprNcLYDYSMbUZ2xVxqRxOXGVxLNheIaZG5t5x+ma0j+IfESlYbBNUbTfnJ6hwonW85smOEX2d+HNlyK6Q5zHOaVrAg+U7GtbhFeakwQx/CltjT/AOlvSRXsFwO59treUsdDg3D01BO5HUmO2wmJbqFEK2Vva1R2IgtyW2c64wlaQFNCna9r+d4queoFIVSfIQ+Cy2lq3Hxk0lCmOQHyiUoqmO5uUnJaKocbXb2UCnxhRg67kaqhH6ZY8bRS21r+EZLtveNGq0hZyk2uTGx4cDbuzMfEzn+DBOSiSAxxHS8j8+4iXD0jUcfoXq57Adu56QXMfwYxzXDK9GqhAvobbbmBt5blfjKxwHirV6YPUMh89mH7xjlPF5ZWSoRrqv6x36nULeF9vhD4tf4eqlZfZZw/kw9oe9ST7jBlix8EkTvFL1qdRQi61S57cz/Qx7gOLvR+pXw1al1vpZh8QIu+IWuNQsd7fuPdJvLkYKBe4/m3nMmdsuthMDxRhqvsvY9mVh9RJanUvuOUKh8APKdYgbwkdCOLJ02HMmw85zGq7KFTYW3iJxHrXA9m4955xT+Mb8seMX2JOUVpkRiMOy+1GjUx1vJutqbpGxwbHpOqMv2cc0r0O8g9Fpttq63kyaa+Eq/+Gt5RVcHVH/2MPfElC3dhWSlVDvPctpFCxABHUbSk1cOO8tFTLHb2nJ84n/gY6ky2N8Vtkcnk9IrVEMhuDuJM0OIHA9Zb+UkFyNIvTymmOkMnCXZscskOmRzcSnkEMEmUy9PyiCTrH+irzZn7DLjz2io1OOQEKMMIulxJtL0aMn7GtTCsIiOe/KSLEmJehEKf7A69B1KW6RtiwnT5QYh0QXb/ANxkMaG9mwmSGuxPG1NCFgLnoO5OwmU8cpXFQO9QsGFthbT/ACjsJpWY1z6gIGkuoN/E7fO0qnFlMVKTDtv33lYInNUZix3mhcLZguJotSqi5WwI7jow7f1lAcWjnKMyOHqrUHLkw7r1hlG0CE6ZomXVWwbaXJaix9V/y9tY6efKXvBY9CBuPcZkvFuPcMhSowp1ELDSdrgi9+9ww+EruDzKqvs1GFrEWMg/j3tHWvlLqR6M9KALk7d5HHMDUbSm/S/j4dzM64W4ppupTF1Cv8zmy+W3XwAkjnXG1NKbU8B7ZJDViPw/8u/U+PK0ksUm6oo82NRuy05/xLh8GAh+8qgbohFwepZuSyP4P4ufFV2pvTRRpZl06rjSRsSeex5zJKmJNyWuSdyT1Pfxl84Ay2sSmKo+jYAsrKzWNiLH9p0uEYx2canKc9GqQpjMZgFH3gNNuzb3/SRs0jq+PaqdIBseQG5PnOaU1E6YYnL/AAcV81s33ahlHM3/APHv5x9hrlATe/iLH3jpEcHgdO7bnoOg/qfGPo0OXsTLw6iJFYUrFSJzTKEaE4Lw2mdCQgoCwQwWCY1AnDBecMBgapE5znK0dhYue/JfFv6St8c8bHDP6GgFNS13Ztwl+QAHNrb+EpNDjB2uK6KytzNO6sPHckHy285SMPbEcyzZnnwAJNQMe9wfd4eUrVfiJlOqm5HhzHnIzNqVzrpnXTP4h0P5XH4T585E1XI5S9JEnJsvacZEqq10ZDqQhiCF2ZTffp4xfD41Kl7EEHpf9pQMPi2A2YjuLm3hty7wwxhB3VfMXRvO67fKBJBcn7HOeYH0dSwNwd9owencRbEYwuRcm/jY/OwvCLCAVpYnVRNNjvSIK/pOzj3eqYzoizEeBEPWTqPfE15g+4/T6QdB7JnD5XUchKKtUcnZQBfr9IhmVOpTfS6MhH4SLEefwk/wFmH+coi1iX0n3giXf7ReGPTgVE2e2x8R0PgR9Is8lSpDwx3G/ZkRcNzM0f7KbKKiuSGfdDflbn6p59Jn6YM76gVZTYqdiN99o8wmZPhypp1LsDtztbrJZfNUi+Bfj8pGz1sIwcNVOsXAJvawJ7dJHZzjqmCrXRQ1Gp7O1yLe0mrv1kFkfFhrk6wb6QHXoR3BHIg9fKW/K69PE02o1bOOW/Mjob9GHhOSEeEto7Zv8kLixxlecU62wIDWvpuLkdwOckxMqq5XUyzGCp6zU7Eo9tnW/rIf5rX2981KkwYAruCAQe4O4nQ0u0cW+mKQXgdCPfCQID0HJnNUIYAIaFsULzk4IJjWchWhjCPCKeec8xBqYis7c2qP8mIA+AEjyZJ8R0dGKxCHpVf5m4+sjHnQSQrh8SVvpNrix8R2I6iEcgxuZ1KneMmK0wt9JvFSIGFxCUGsdJ903RuwERUGcYQqzGsViQTewBN+wv8ASHktwpj0oYqm9QA076Hv0Vti3u2Puiyeh4q2Sv2fZezY6hdSNJLna1woO/lNwxFJXUq3Ixjgsrp031qo1WKg9QCbkDwvHldCSCtiRfY9Qbdeh2nHOVuztxxSVGSfaTklRXRlVihDBiFJUFSNJYgWFwevaUfQRaekVrA3Uix6qw5+7qJUs94Aw9ZtdMmkTzCW0n3HkfKPDLXYs8LbtGb8OXViwG1tPn1NvgJccqxTU6ivzFxzIHnc+X0jv/ZT0a6UGw5XP1PeMTh2TY7SE58pWdmPHwgkXOpiqGORqFN1fb17b6Lg6GHvHMdoywuKejRoUG3qqAtTTvYKbAbd9pEZDiPRlgnql+ekAX7XPWS2S5cxcu/O9/P+s13pC8FHykWZXJAvARCiCWSOOTt2C06DCmFjCC05CAwTUawXhHnNUBMNCWYt9peD9HjnPSoquPhpP0lTYzT/ALXsFdKFYc1ZqZ8mAYfNT8Zl7Sq6E9hDaAD+zEmM6tQiOhaFQ3cfvC1Bed1dtoR+8LAuxanUuPEf3edIjYNYx0DfeBMLQBC6oa8TYQMKN1+z/PP4jBoSbvS+6fvcD1SfNbfCWlKomF/Zxm5o4nRf1a4Cn9a3Kn5sJrlPG95yzhTOuErRF/ajj2pYWmyMVYVhYj9LXHlGHCnHSVvUq2Wpbr16bd5Hfa5mF6FBB+J2b/tUD/8AUzBKhBBBsRuCNrQrGnEzyuMj0vS0sO8Y5tlyshNt+nnMu4a48enZKpuB1/v/ANTScLnlOsE0nnv+1vGRlBx7OnHNSdor6YE66YBtvz7b3l3qaVK8hq27XNiQPkZB4CjaqVPgynt/odx7pM5hg/SrpvpIIZWG+llN1PiL8x2vFjofLvQrecjelVJuGXSw5joezKeqn/Qw+udKOB6FYLRLXBrhoWxW07EtcE1AsTvATCa5wtGoSys/aPQ1YGofyFHHuax+RMxZhvNy4zGrBYgf8sn4ETD2jroHsRYQKIYiC0ZCs6DCOvjFgJwrteMKhu0NRex8D/d4HhQNopT0PCJwpOYd9ufKKxhehJQy+spsy+sp7Ebg/GegMNT9JSSpa2tFf/uAP7zBkG83vhF9eCw5/wCUo+At+0hl1RfDuzL/ALUmIq0VPIK5HvIH7SiFpf8A7YLfxdNR0pb+9r/tM+vGh0LPsXUyw8I16zVlp07kcyPy9bjtvKyrWls4YzdaCer6rsRqbqR59BaJlbUeivx48prdGjZHmpcq5F7C23XfkfEG/wAZccLWDC4lDwdPVoxWDHpadUhcRRWxZG/OovzHUdRLhgabISOnTdfoTecrOzT9hM1y44ukTSbRXos602Hfa6nwO3ykbkmcispVvVrJ6tWm2zKw2O3bygyTMzRxb0qwKCufV1ggaxe1idtwSPhKj9o7NQzEul19IiPcbb+yfmBK4Hemc/yYcXaNB1TuqZ/l/HWkgV11L+ZB6w81/F7t5dMLildQ6EMrC4I6idDjRx8rHoMETV4IKCI+knDUjbVAWj0S5BcwoirTem3J1Kn3jnMJxdFqbMje0jFW81Njabo7THuL0AxlcDb17+8gE/MzUGL2QlQwIZ0wWmHDqIcbQq8p28cWhGsvblC0oq7XESGxihQYDSb9I51RuYpRa48toTC6Gbd9m9bVgKf8rOvwY/1mHXtNQ+zDiChTwz06tanTYVSQHYLdWVdxfpcGSyq0VwumVb7Uq+rMKn8iovwX/WUoyc4pxwrYqvUBuGqMQR2BsCPC0hLRoqkLJ2wscUDOYbCtUNlF5P4fh5jt1iZMkY6bLYsM57SDcM58+EqF1GpSBrS9tQHUX/ELm01mlndKpTV6dRWVhcbi48COh8JkGZ5JVoLqI9U7XkVg8a9FtSnz7HzAghUtoGVSg6ZsuOz8qQLq9Pk1N+RHdSN1PiJCceV8PiaCVlrj09L1dDCzVEY7bDYsptuNiL8o2ynMaFbDmpU3ZPbpg6fcDzI6jeUNmBqNpvpuSurna+15RQV2SeR1RIVmtuJfPs7x+qg9O/8Aw32/S+4+YaZxUqyZ4OzY0MQoPsVbU2959U+4n5mVZBGvI8ERQwSY1iN50mE1ThaMTAxmXfaBStiyfzIh+oP0E09mmffaVRbXRf8ADpZL/wA1w1vhf4GYMXspR2gUTpgiFwXhkMKvjOuekZCNHUN94nWTtFFIE4Ln+kIRNpym25t1irL2haK73gMhQL3nGAh4FE1GsQZJwUzHIHznbTUHkSvCGKSnXVawvScgFutM9HHcdwek2rC8OIjeUwSk1jN5yvPE/hcNUqMA1VFAB5sw2Nh1O05c+JN2dnx88kmrE+KMnWpQZbC1iZgOMUBiB02v5Tf82x/pqbUxqTUCNQtcX6jnMV4h4cq4U+sNVM+zUUbeTflPnKYoOKJZ8qlSIRXsP73EPTqetEzOA2Msc7HeqPMvv6Wn+tP/ACEjkaTvCmH9JiqQ6K2s+S7/ANI4jNgU7wRNDBFFEiYW84TCxyaZ0mV7jbDa8K56oQ49x3+V5PmNsXSDIynkykfEGCg2Yy4+UI42nWaw8YFPw8ZM6jiRQG+/uiZFp3XChWdIMVScVoXVGFFRCrCl77Q1/hAE6IYTk4TME604ak4Wie8DYaFA8vuRZvTqjAUL3fDpXc7cmYgKt++nUffKBJ/ghL4oeCMfoIKtmbpM09WnaihgQQCDsQdwfdElhwY5CynZ1wOrEthyEP5GuV9x5j5yl5jlNWgbVaZXsdiD5MNjNmCwzUQRYgEHoQD8jNQVJmGgTQuAsmZAazggsNKA89PVj5yzrlFAHUKNMHuEW/0jxVmRpSsUSCGpwTAsaEzkEAEckcibxYxGs1hc9N4AmNY2nZ2XY2ZhfyMalY4qPclu5J+JJiLEd5I60EYzqtOQTGFrzkIX8YUmGwUHveHFQCI3gmsNC5rTmsRGGRbwBFQZ2J0xYxQTGBLFwNVAxNj+JCB57GV8CPMnxAp16bnkri/kdj9YV2LLaNcQRVVnaS3i604xAIEhgIpohgk1hE9M6EioSHCTWChILBFxTgms1ER1hxBBHJhHMhuKXIwtaxI9RuUEEAV2ZNVY7b9Im7G/OcgkjsATCBj3gggAhRTClj9YIITBqp+sTRt52CAIYmK0ztOwRhTiMd94pTPKcgmCK3ihgggMzZMgP3FL9C/SSqzkEZkEHhlggmCHENBBAYBgggmM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3260" name="Picture 12" descr="George Burns"/>
          <p:cNvPicPr>
            <a:picLocks noChangeAspect="1" noChangeArrowheads="1"/>
          </p:cNvPicPr>
          <p:nvPr/>
        </p:nvPicPr>
        <p:blipFill>
          <a:blip r:embed="rId3" cstate="print"/>
          <a:srcRect l="6048" r="9281" b="12674"/>
          <a:stretch>
            <a:fillRect/>
          </a:stretch>
        </p:blipFill>
        <p:spPr bwMode="auto">
          <a:xfrm>
            <a:off x="1640632" y="4005064"/>
            <a:ext cx="2016224" cy="2520280"/>
          </a:xfrm>
          <a:prstGeom prst="rect">
            <a:avLst/>
          </a:prstGeom>
          <a:noFill/>
        </p:spPr>
      </p:pic>
      <p:pic>
        <p:nvPicPr>
          <p:cNvPr id="53250" name="Picture 2" descr="Picture of Andrew Leigh"/>
          <p:cNvPicPr>
            <a:picLocks noChangeAspect="1" noChangeArrowheads="1"/>
          </p:cNvPicPr>
          <p:nvPr/>
        </p:nvPicPr>
        <p:blipFill>
          <a:blip r:embed="rId4" cstate="print"/>
          <a:srcRect l="19355" r="16129" b="38110"/>
          <a:stretch>
            <a:fillRect/>
          </a:stretch>
        </p:blipFill>
        <p:spPr bwMode="auto">
          <a:xfrm>
            <a:off x="7329265" y="1682215"/>
            <a:ext cx="1800200" cy="2106829"/>
          </a:xfrm>
          <a:prstGeom prst="rect">
            <a:avLst/>
          </a:prstGeom>
          <a:noFill/>
        </p:spPr>
      </p:pic>
      <p:sp>
        <p:nvSpPr>
          <p:cNvPr id="10" name="內容版面配置區 2"/>
          <p:cNvSpPr txBox="1">
            <a:spLocks/>
          </p:cNvSpPr>
          <p:nvPr/>
        </p:nvSpPr>
        <p:spPr bwMode="auto">
          <a:xfrm>
            <a:off x="3728864" y="4365104"/>
            <a:ext cx="5688632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tabLst/>
              <a:defRPr/>
            </a:pPr>
            <a:r>
              <a:rPr lang="en-US" altLang="zh-TW" sz="2800" dirty="0" smtClean="0">
                <a:latin typeface="Corbel" pitchFamily="34" charset="0"/>
              </a:rPr>
              <a:t>The secret is: have a good beginning, a good ending and keep them as close together as possible!</a:t>
            </a:r>
          </a:p>
          <a:p>
            <a:pPr marL="719138" marR="0" lvl="0" indent="-342900" defTabSz="91440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70000"/>
              <a:tabLst/>
              <a:defRPr/>
            </a:pPr>
            <a:r>
              <a:rPr kumimoji="0" lang="en-US" altLang="zh-TW" b="0" i="1" u="none" strike="noStrike" kern="0" cap="none" spc="0" normalizeH="0" baseline="0" noProof="0" dirty="0" smtClean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</a:rPr>
              <a:t>George Burns, actor and comedian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4610" y="413792"/>
            <a:ext cx="8054925" cy="1143000"/>
          </a:xfrm>
        </p:spPr>
        <p:txBody>
          <a:bodyPr/>
          <a:lstStyle/>
          <a:p>
            <a:pPr algn="ctr"/>
            <a:r>
              <a:rPr lang="en-US" altLang="zh-TW" sz="7200" b="1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新細明體" charset="-120"/>
                <a:cs typeface="Arial" charset="0"/>
              </a:rPr>
              <a:t>4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Corbel" pitchFamily="34" charset="0"/>
                <a:ea typeface="新細明體" charset="-120"/>
                <a:cs typeface="Arial" charset="0"/>
              </a:rPr>
              <a:t> Elements to Opening a Presentation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628800"/>
            <a:ext cx="7923212" cy="4824536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lang="fr-FR" altLang="zh-TW" sz="2800" b="1" dirty="0" smtClean="0">
                <a:solidFill>
                  <a:srgbClr val="FFC000"/>
                </a:solidFill>
              </a:rPr>
              <a:t>A</a:t>
            </a:r>
            <a:r>
              <a:rPr lang="fr-FR" altLang="zh-TW" sz="2400" dirty="0" smtClean="0"/>
              <a:t> </a:t>
            </a:r>
            <a:r>
              <a:rPr lang="fr-FR" altLang="zh-TW" sz="2400" dirty="0" smtClean="0">
                <a:solidFill>
                  <a:schemeClr val="tx1"/>
                </a:solidFill>
              </a:rPr>
              <a:t>(Attention): Capture your audience’s interest instantly</a:t>
            </a:r>
          </a:p>
          <a:p>
            <a:pPr lvl="1">
              <a:spcAft>
                <a:spcPts val="600"/>
              </a:spcAft>
              <a:buClr>
                <a:srgbClr val="FF5050"/>
              </a:buClr>
            </a:pPr>
            <a:r>
              <a:rPr lang="fr-FR" altLang="zh-TW" sz="2000" dirty="0" smtClean="0">
                <a:solidFill>
                  <a:schemeClr val="tx1"/>
                </a:solidFill>
              </a:rPr>
              <a:t>[Ex.] </a:t>
            </a:r>
            <a:r>
              <a:rPr lang="en-US" altLang="zh-TW" sz="2000" dirty="0" smtClean="0">
                <a:solidFill>
                  <a:schemeClr val="tx1"/>
                </a:solidFill>
              </a:rPr>
              <a:t>Almost everyone thinks presentation is a serious task, but what if I say it’s not. To me, it’s a conversation.</a:t>
            </a:r>
            <a:endParaRPr lang="fr-FR" altLang="zh-TW" sz="2000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fr-FR" altLang="zh-TW" sz="2800" b="1" dirty="0" smtClean="0">
                <a:solidFill>
                  <a:srgbClr val="FFC000"/>
                </a:solidFill>
              </a:rPr>
              <a:t>B</a:t>
            </a:r>
            <a:r>
              <a:rPr lang="fr-FR" altLang="zh-TW" sz="2400" dirty="0" smtClean="0"/>
              <a:t> </a:t>
            </a:r>
            <a:r>
              <a:rPr lang="fr-FR" altLang="zh-TW" sz="2400" dirty="0" smtClean="0">
                <a:solidFill>
                  <a:schemeClr val="tx1"/>
                </a:solidFill>
              </a:rPr>
              <a:t>(Benefit): Explain what they will gain from the talk</a:t>
            </a:r>
          </a:p>
          <a:p>
            <a:pPr lvl="1">
              <a:spcAft>
                <a:spcPts val="600"/>
              </a:spcAft>
              <a:buClr>
                <a:srgbClr val="FF5050"/>
              </a:buClr>
            </a:pPr>
            <a:r>
              <a:rPr lang="fr-FR" altLang="zh-TW" sz="2000" dirty="0">
                <a:solidFill>
                  <a:schemeClr val="tx1"/>
                </a:solidFill>
              </a:rPr>
              <a:t>[Ex.] By the end of this talk you’ll know how to say </a:t>
            </a:r>
            <a:r>
              <a:rPr lang="en-US" altLang="zh-TW" sz="2000" dirty="0">
                <a:solidFill>
                  <a:schemeClr val="tx1"/>
                </a:solidFill>
              </a:rPr>
              <a:t>“No” and feel good about it.</a:t>
            </a:r>
            <a:endParaRPr lang="fr-FR" altLang="zh-TW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fr-FR" altLang="zh-TW" sz="2800" b="1" dirty="0" smtClean="0">
                <a:solidFill>
                  <a:srgbClr val="FFC000"/>
                </a:solidFill>
              </a:rPr>
              <a:t>C</a:t>
            </a:r>
            <a:r>
              <a:rPr lang="fr-FR" altLang="zh-TW" sz="2400" dirty="0" smtClean="0"/>
              <a:t> </a:t>
            </a:r>
            <a:r>
              <a:rPr lang="fr-FR" altLang="zh-TW" sz="2400" dirty="0" smtClean="0">
                <a:solidFill>
                  <a:schemeClr val="tx1"/>
                </a:solidFill>
              </a:rPr>
              <a:t>(Credibility): Show them you have the authority to speak</a:t>
            </a:r>
          </a:p>
          <a:p>
            <a:pPr lvl="1">
              <a:spcAft>
                <a:spcPts val="600"/>
              </a:spcAft>
              <a:buClr>
                <a:srgbClr val="FF5050"/>
              </a:buClr>
            </a:pPr>
            <a:r>
              <a:rPr lang="fr-FR" altLang="zh-TW" sz="2000" dirty="0">
                <a:solidFill>
                  <a:schemeClr val="tx1"/>
                </a:solidFill>
              </a:rPr>
              <a:t>[Ex.] I </a:t>
            </a:r>
            <a:r>
              <a:rPr lang="fr-FR" altLang="zh-TW" sz="2000" dirty="0" smtClean="0">
                <a:solidFill>
                  <a:schemeClr val="tx1"/>
                </a:solidFill>
              </a:rPr>
              <a:t>am fortunate </a:t>
            </a:r>
            <a:r>
              <a:rPr lang="fr-FR" altLang="zh-TW" sz="2000" dirty="0">
                <a:solidFill>
                  <a:schemeClr val="tx1"/>
                </a:solidFill>
              </a:rPr>
              <a:t>enough </a:t>
            </a:r>
            <a:r>
              <a:rPr lang="fr-FR" altLang="zh-TW" sz="2000" dirty="0" smtClean="0">
                <a:solidFill>
                  <a:schemeClr val="tx1"/>
                </a:solidFill>
              </a:rPr>
              <a:t>to study (Biotechnology) in National Cheng-kung university where </a:t>
            </a:r>
            <a:r>
              <a:rPr lang="fr-FR" altLang="zh-TW" sz="2000" dirty="0">
                <a:solidFill>
                  <a:schemeClr val="tx1"/>
                </a:solidFill>
              </a:rPr>
              <a:t>I’ve learned quite a bit about </a:t>
            </a:r>
            <a:r>
              <a:rPr lang="fr-FR" altLang="zh-TW" sz="2000" dirty="0" smtClean="0">
                <a:solidFill>
                  <a:schemeClr val="tx1"/>
                </a:solidFill>
              </a:rPr>
              <a:t>(DNA).</a:t>
            </a:r>
            <a:endParaRPr lang="fr-FR" altLang="zh-TW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fr-FR" altLang="zh-TW" sz="2800" b="1" dirty="0" smtClean="0">
                <a:solidFill>
                  <a:srgbClr val="FFC000"/>
                </a:solidFill>
              </a:rPr>
              <a:t>D</a:t>
            </a:r>
            <a:r>
              <a:rPr lang="fr-FR" altLang="zh-TW" sz="2400" dirty="0" smtClean="0"/>
              <a:t> </a:t>
            </a:r>
            <a:r>
              <a:rPr lang="fr-FR" altLang="zh-TW" sz="2400" dirty="0" smtClean="0">
                <a:solidFill>
                  <a:schemeClr val="tx1"/>
                </a:solidFill>
              </a:rPr>
              <a:t>(Direction): Give them a route map of the presentaion</a:t>
            </a:r>
          </a:p>
          <a:p>
            <a:pPr lvl="1">
              <a:spcAft>
                <a:spcPts val="600"/>
              </a:spcAft>
              <a:buClr>
                <a:srgbClr val="FF5050"/>
              </a:buClr>
            </a:pPr>
            <a:r>
              <a:rPr lang="fr-FR" altLang="zh-TW" sz="2000" dirty="0">
                <a:solidFill>
                  <a:schemeClr val="tx1"/>
                </a:solidFill>
              </a:rPr>
              <a:t>[Ex.] </a:t>
            </a:r>
            <a:r>
              <a:rPr lang="fr-FR" altLang="zh-TW" sz="2000" dirty="0" smtClean="0">
                <a:solidFill>
                  <a:schemeClr val="tx1"/>
                </a:solidFill>
              </a:rPr>
              <a:t>Our group’s </a:t>
            </a:r>
            <a:r>
              <a:rPr lang="fr-FR" altLang="zh-TW" sz="2000" dirty="0">
                <a:solidFill>
                  <a:schemeClr val="tx1"/>
                </a:solidFill>
              </a:rPr>
              <a:t>presentation this afternoon is in three main parts. </a:t>
            </a:r>
            <a:r>
              <a:rPr lang="fr-FR" altLang="zh-TW" sz="2000" dirty="0" smtClean="0">
                <a:solidFill>
                  <a:schemeClr val="tx1"/>
                </a:solidFill>
              </a:rPr>
              <a:t>First, ...Second, ... And third, .....</a:t>
            </a:r>
            <a:endParaRPr lang="fr-FR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2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442555"/>
              </p:ext>
            </p:extLst>
          </p:nvPr>
        </p:nvGraphicFramePr>
        <p:xfrm>
          <a:off x="722530" y="764704"/>
          <a:ext cx="8460940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078930" y="33293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problem or puzzle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712640" y="36096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surprising fact or statistic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84549" y="1870196"/>
            <a:ext cx="136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somebody well-known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04528" y="335259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photograph or cartoon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992560" y="421399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video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60945" y="4859868"/>
            <a:ext cx="201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news headline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552191" y="1668810"/>
            <a:ext cx="92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joke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552189" y="233397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story or anecdote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689303" y="378295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popular myth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376936" y="607940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question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961114" y="543593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to raise their hand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936777" y="5753494"/>
            <a:ext cx="136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to talk to a neighbor</a:t>
            </a:r>
            <a:endParaRPr lang="zh-TW" altLang="en-US" dirty="0"/>
          </a:p>
        </p:txBody>
      </p:sp>
      <p:cxnSp>
        <p:nvCxnSpPr>
          <p:cNvPr id="29" name="直線單箭頭接點 28"/>
          <p:cNvCxnSpPr/>
          <p:nvPr/>
        </p:nvCxnSpPr>
        <p:spPr bwMode="auto">
          <a:xfrm flipV="1">
            <a:off x="5258950" y="755412"/>
            <a:ext cx="266036" cy="29732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線單箭頭接點 30"/>
          <p:cNvCxnSpPr/>
          <p:nvPr/>
        </p:nvCxnSpPr>
        <p:spPr bwMode="auto">
          <a:xfrm flipH="1" flipV="1">
            <a:off x="4376936" y="771612"/>
            <a:ext cx="288032" cy="28112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單箭頭接點 32"/>
          <p:cNvCxnSpPr/>
          <p:nvPr/>
        </p:nvCxnSpPr>
        <p:spPr bwMode="auto">
          <a:xfrm flipH="1" flipV="1">
            <a:off x="2252700" y="2275038"/>
            <a:ext cx="440870" cy="5893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線單箭頭接點 34"/>
          <p:cNvCxnSpPr/>
          <p:nvPr/>
        </p:nvCxnSpPr>
        <p:spPr bwMode="auto">
          <a:xfrm flipH="1" flipV="1">
            <a:off x="2334971" y="3819778"/>
            <a:ext cx="483534" cy="18776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線單箭頭接點 36"/>
          <p:cNvCxnSpPr/>
          <p:nvPr/>
        </p:nvCxnSpPr>
        <p:spPr bwMode="auto">
          <a:xfrm flipH="1">
            <a:off x="2171870" y="4365104"/>
            <a:ext cx="5217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線單箭頭接點 38"/>
          <p:cNvCxnSpPr/>
          <p:nvPr/>
        </p:nvCxnSpPr>
        <p:spPr bwMode="auto">
          <a:xfrm flipH="1">
            <a:off x="2380396" y="4700775"/>
            <a:ext cx="521700" cy="2549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直線單箭頭接點 40"/>
          <p:cNvCxnSpPr/>
          <p:nvPr/>
        </p:nvCxnSpPr>
        <p:spPr bwMode="auto">
          <a:xfrm flipV="1">
            <a:off x="7101772" y="1932867"/>
            <a:ext cx="353422" cy="15118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>
            <a:off x="7151175" y="2458277"/>
            <a:ext cx="401016" cy="582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直線單箭頭接點 48"/>
          <p:cNvCxnSpPr/>
          <p:nvPr/>
        </p:nvCxnSpPr>
        <p:spPr bwMode="auto">
          <a:xfrm flipV="1">
            <a:off x="7219133" y="4053587"/>
            <a:ext cx="436126" cy="1685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直線單箭頭接點 50"/>
          <p:cNvCxnSpPr/>
          <p:nvPr/>
        </p:nvCxnSpPr>
        <p:spPr bwMode="auto">
          <a:xfrm>
            <a:off x="5524986" y="5373216"/>
            <a:ext cx="436126" cy="1601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直線單箭頭接點 53"/>
          <p:cNvCxnSpPr/>
          <p:nvPr/>
        </p:nvCxnSpPr>
        <p:spPr bwMode="auto">
          <a:xfrm>
            <a:off x="4953000" y="5780746"/>
            <a:ext cx="0" cy="3600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單箭頭接點 57"/>
          <p:cNvCxnSpPr/>
          <p:nvPr/>
        </p:nvCxnSpPr>
        <p:spPr bwMode="auto">
          <a:xfrm flipH="1">
            <a:off x="4016898" y="5420706"/>
            <a:ext cx="360040" cy="3600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4175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0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Closing</a:t>
            </a:r>
            <a:endParaRPr lang="zh-TW" altLang="en-US" sz="50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80794" y="1772816"/>
            <a:ext cx="6480720" cy="432048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TW" sz="2800" dirty="0" smtClean="0">
                <a:solidFill>
                  <a:schemeClr val="tx1"/>
                </a:solidFill>
                <a:latin typeface="Corbel" pitchFamily="34" charset="0"/>
              </a:rPr>
              <a:t>Try to make your last line or two truly eloquent, meaningful, touching, accurate and wise. Always memorize your last lines. This is the time to deliver straight to them: eye to eye, person to person. Try to leave them with </a:t>
            </a:r>
            <a:r>
              <a:rPr lang="en-US" altLang="zh-TW" sz="2800" u="sng" dirty="0" smtClean="0">
                <a:solidFill>
                  <a:schemeClr val="tx1"/>
                </a:solidFill>
                <a:latin typeface="Corbel" pitchFamily="34" charset="0"/>
              </a:rPr>
              <a:t>a thought </a:t>
            </a:r>
            <a:r>
              <a:rPr lang="en-US" altLang="zh-TW" sz="2800" dirty="0" smtClean="0">
                <a:solidFill>
                  <a:schemeClr val="tx1"/>
                </a:solidFill>
                <a:latin typeface="Corbel" pitchFamily="34" charset="0"/>
              </a:rPr>
              <a:t>that will </a:t>
            </a:r>
            <a:r>
              <a:rPr lang="en-US" altLang="zh-TW" sz="2800" u="sng" dirty="0" smtClean="0">
                <a:solidFill>
                  <a:schemeClr val="tx1"/>
                </a:solidFill>
                <a:latin typeface="Corbel" pitchFamily="34" charset="0"/>
              </a:rPr>
              <a:t>continue to provide an echo</a:t>
            </a:r>
            <a:r>
              <a:rPr lang="en-US" altLang="zh-TW" sz="2800" dirty="0" smtClean="0">
                <a:solidFill>
                  <a:schemeClr val="tx1"/>
                </a:solidFill>
                <a:latin typeface="Corbel" pitchFamily="34" charset="0"/>
              </a:rPr>
              <a:t> after you stop.</a:t>
            </a:r>
          </a:p>
          <a:p>
            <a:pPr marL="625475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1800" i="1" dirty="0" smtClean="0"/>
              <a:t>Sonya Hamlin </a:t>
            </a:r>
          </a:p>
          <a:p>
            <a:pPr marL="625475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1800" i="1" dirty="0" smtClean="0"/>
              <a:t>Presentations coach, Harvard Law School</a:t>
            </a:r>
            <a:endParaRPr lang="zh-TW" altLang="en-US" sz="1800" i="1" dirty="0" smtClean="0"/>
          </a:p>
        </p:txBody>
      </p:sp>
      <p:pic>
        <p:nvPicPr>
          <p:cNvPr id="23554" name="Picture 2" descr="http://www.massbroadcastershof.org/images/photos/SonyaHaml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2563" y="1916832"/>
            <a:ext cx="1941085" cy="2232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922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628800"/>
            <a:ext cx="7923212" cy="4824536"/>
          </a:xfrm>
        </p:spPr>
        <p:txBody>
          <a:bodyPr>
            <a:normAutofit/>
          </a:bodyPr>
          <a:lstStyle/>
          <a:p>
            <a:pPr>
              <a:lnSpc>
                <a:spcPts val="2300"/>
              </a:lnSpc>
            </a:pPr>
            <a:r>
              <a:rPr lang="en-US" altLang="zh-TW" sz="2400" b="1" dirty="0" smtClean="0">
                <a:solidFill>
                  <a:schemeClr val="tx1"/>
                </a:solidFill>
                <a:latin typeface="Corbel" pitchFamily="34" charset="0"/>
              </a:rPr>
              <a:t>Summary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Let’s take a look back at what we’ve spoken about this morning.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So, how to sum up?</a:t>
            </a:r>
          </a:p>
          <a:p>
            <a:pPr>
              <a:lnSpc>
                <a:spcPts val="2300"/>
              </a:lnSpc>
              <a:spcBef>
                <a:spcPts val="1200"/>
              </a:spcBef>
            </a:pPr>
            <a:r>
              <a:rPr lang="en-US" altLang="zh-TW" sz="2400" b="1" dirty="0" smtClean="0">
                <a:solidFill>
                  <a:schemeClr val="tx1"/>
                </a:solidFill>
                <a:latin typeface="Corbel" pitchFamily="34" charset="0"/>
              </a:rPr>
              <a:t>Action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This research still has a lot to do. We suggest …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So</a:t>
            </a:r>
            <a:r>
              <a:rPr lang="en-US" altLang="zh-TW" sz="2400" dirty="0">
                <a:solidFill>
                  <a:schemeClr val="tx1"/>
                </a:solidFill>
                <a:latin typeface="Corbel" pitchFamily="34" charset="0"/>
              </a:rPr>
              <a:t>, next time you…, remember to…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dirty="0">
                <a:solidFill>
                  <a:schemeClr val="tx1"/>
                </a:solidFill>
                <a:latin typeface="Corbel" pitchFamily="34" charset="0"/>
              </a:rPr>
              <a:t>Without you and your people, we cannot make this work.</a:t>
            </a:r>
          </a:p>
          <a:p>
            <a:pPr>
              <a:lnSpc>
                <a:spcPts val="2300"/>
              </a:lnSpc>
              <a:spcBef>
                <a:spcPts val="1200"/>
              </a:spcBef>
            </a:pPr>
            <a:r>
              <a:rPr lang="en-US" altLang="zh-TW" sz="2400" b="1" dirty="0" smtClean="0">
                <a:solidFill>
                  <a:schemeClr val="tx1"/>
                </a:solidFill>
                <a:latin typeface="Corbel" pitchFamily="34" charset="0"/>
              </a:rPr>
              <a:t>Wisdom</a:t>
            </a:r>
          </a:p>
          <a:p>
            <a:pPr marL="625475" lvl="1">
              <a:lnSpc>
                <a:spcPts val="2300"/>
              </a:lnSpc>
            </a:pPr>
            <a:r>
              <a:rPr lang="en-US" altLang="zh-TW" sz="2400" u="sng" dirty="0">
                <a:solidFill>
                  <a:schemeClr val="tx1"/>
                </a:solidFill>
                <a:latin typeface="Corbel" pitchFamily="34" charset="0"/>
              </a:rPr>
              <a:t>I’m reminded of the words of </a:t>
            </a: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Thomas A. Edison </a:t>
            </a:r>
            <a:r>
              <a:rPr lang="en-US" altLang="zh-TW" sz="2400" u="sng" dirty="0">
                <a:solidFill>
                  <a:schemeClr val="tx1"/>
                </a:solidFill>
                <a:latin typeface="Corbel" pitchFamily="34" charset="0"/>
              </a:rPr>
              <a:t>that</a:t>
            </a:r>
            <a:r>
              <a:rPr lang="en-US" altLang="zh-TW" sz="2400" dirty="0">
                <a:solidFill>
                  <a:schemeClr val="tx1"/>
                </a:solidFill>
                <a:latin typeface="Corbel" pitchFamily="34" charset="0"/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“Genius </a:t>
            </a:r>
            <a:r>
              <a:rPr lang="en-US" altLang="zh-TW" sz="2400" dirty="0">
                <a:solidFill>
                  <a:schemeClr val="tx1"/>
                </a:solidFill>
                <a:latin typeface="Corbel" pitchFamily="34" charset="0"/>
              </a:rPr>
              <a:t>is one percent inspiration and ninety-nine percent </a:t>
            </a:r>
            <a:r>
              <a:rPr lang="en-US" altLang="zh-TW" sz="2400" dirty="0" smtClean="0">
                <a:solidFill>
                  <a:schemeClr val="tx1"/>
                </a:solidFill>
                <a:latin typeface="Corbel" pitchFamily="34" charset="0"/>
              </a:rPr>
              <a:t>perspiration.”</a:t>
            </a:r>
            <a:endParaRPr lang="en-US" altLang="zh-TW" sz="2400" dirty="0">
              <a:solidFill>
                <a:schemeClr val="tx1"/>
              </a:solidFill>
              <a:latin typeface="Corbel" pitchFamily="34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 bwMode="auto">
          <a:xfrm>
            <a:off x="1424610" y="485800"/>
            <a:ext cx="80549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eaLnBrk="1" hangingPunct="1"/>
            <a:r>
              <a:rPr lang="en-US" altLang="zh-TW" sz="8000" b="1" dirty="0" smtClean="0">
                <a:solidFill>
                  <a:schemeClr val="bg1">
                    <a:lumMod val="50000"/>
                  </a:schemeClr>
                </a:solidFill>
                <a:ea typeface="新細明體" charset="-120"/>
                <a:cs typeface="Arial" charset="0"/>
              </a:rPr>
              <a:t>3</a:t>
            </a:r>
            <a:r>
              <a:rPr kumimoji="0" lang="en-US" altLang="zh-TW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orbel" pitchFamily="34" charset="0"/>
                <a:ea typeface="新細明體" charset="-120"/>
                <a:cs typeface="Arial" charset="0"/>
              </a:rPr>
              <a:t> Closing Techniques</a:t>
            </a:r>
            <a:endParaRPr kumimoji="0" lang="zh-TW" altLang="en-US" sz="36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orbel" pitchFamily="34" charset="0"/>
              <a:ea typeface="新細明體" charset="-12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Q &amp; A </a:t>
            </a:r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session – How to respond?</a:t>
            </a:r>
            <a:endParaRPr lang="zh-TW" altLang="en-US" sz="4000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772816"/>
            <a:ext cx="7923212" cy="4680520"/>
          </a:xfrm>
        </p:spPr>
        <p:txBody>
          <a:bodyPr>
            <a:normAutofit/>
          </a:bodyPr>
          <a:lstStyle/>
          <a:p>
            <a:pPr marL="514350" indent="-514350">
              <a:buSzPct val="100000"/>
              <a:buFont typeface="+mj-lt"/>
              <a:buAutoNum type="arabicPeriod" startAt="6"/>
            </a:pPr>
            <a:r>
              <a:rPr lang="en-US" altLang="zh-TW" dirty="0" smtClean="0">
                <a:solidFill>
                  <a:schemeClr val="tx1"/>
                </a:solidFill>
              </a:rPr>
              <a:t>Good questions: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Good point.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That’s a very good question.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I’m glad you ask me that.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Ah, yes, thank you for reminding me.</a:t>
            </a:r>
          </a:p>
          <a:p>
            <a:pPr lvl="1"/>
            <a:endParaRPr lang="zh-TW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78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Q &amp; A </a:t>
            </a:r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session – How to respond?</a:t>
            </a:r>
            <a:endParaRPr lang="zh-TW" altLang="en-US" sz="4000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4313" y="1772816"/>
            <a:ext cx="7923212" cy="439248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Off-topic questions: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I think that raises a slightly different issue.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Sorry, I don’t quite see the connection</a:t>
            </a:r>
            <a:r>
              <a:rPr lang="en-US" altLang="zh-TW" dirty="0" smtClean="0"/>
              <a:t>.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altLang="zh-TW" sz="2800" dirty="0" smtClean="0">
                <a:solidFill>
                  <a:schemeClr val="tx1"/>
                </a:solidFill>
              </a:rPr>
              <a:t>Unnecessary questions: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Ah, perhaps I didn’t make that clear.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Well, as I might have mentioned / as I mentioned earlier,…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altLang="zh-TW" sz="2800" dirty="0" smtClean="0">
                <a:solidFill>
                  <a:schemeClr val="tx1"/>
                </a:solidFill>
              </a:rPr>
              <a:t>Multiple questions: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I think there are several questions there.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OK, let’s take those one at a time.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OK, so I think your main question there is…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altLang="zh-TW" sz="2800" dirty="0" smtClean="0">
                <a:solidFill>
                  <a:schemeClr val="tx1"/>
                </a:solidFill>
              </a:rPr>
              <a:t>Hostile questions: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I don’t have that information to hand.</a:t>
            </a:r>
          </a:p>
          <a:p>
            <a:pPr marL="914400" lvl="1" indent="-457200"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dirty="0" smtClean="0"/>
              <a:t>To be quite honest with you, I really don’t know.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451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7850" y="-76200"/>
            <a:ext cx="7923212" cy="1143000"/>
          </a:xfrm>
        </p:spPr>
        <p:txBody>
          <a:bodyPr/>
          <a:lstStyle/>
          <a:p>
            <a:r>
              <a:rPr lang="en-US" altLang="zh-TW" sz="4800" b="1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Q &amp; A </a:t>
            </a:r>
            <a:r>
              <a:rPr lang="en-US" altLang="zh-TW" sz="4000" dirty="0" smtClean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session – How to respond?</a:t>
            </a:r>
            <a:endParaRPr lang="zh-TW" altLang="en-US" sz="4000" dirty="0" smtClean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36576" y="1066800"/>
            <a:ext cx="8502650" cy="5562600"/>
          </a:xfrm>
        </p:spPr>
        <p:txBody>
          <a:bodyPr>
            <a:normAutofit lnSpcReduction="10000"/>
          </a:bodyPr>
          <a:lstStyle/>
          <a:p>
            <a:pPr marL="742950" indent="-742950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altLang="zh-TW" sz="2000" dirty="0" smtClean="0">
                <a:solidFill>
                  <a:schemeClr val="tx1"/>
                </a:solidFill>
              </a:rPr>
              <a:t>Difficult questions: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rgbClr val="0070C0"/>
                </a:solidFill>
              </a:rPr>
              <a:t>I’m </a:t>
            </a:r>
            <a:r>
              <a:rPr lang="en-US" altLang="zh-TW" sz="2000" dirty="0">
                <a:solidFill>
                  <a:srgbClr val="0070C0"/>
                </a:solidFill>
              </a:rPr>
              <a:t>afraid I don’t know </a:t>
            </a:r>
            <a:r>
              <a:rPr lang="en-US" altLang="zh-TW" sz="2000" dirty="0" smtClean="0">
                <a:solidFill>
                  <a:srgbClr val="0070C0"/>
                </a:solidFill>
              </a:rPr>
              <a:t>that off </a:t>
            </a:r>
            <a:r>
              <a:rPr lang="en-US" altLang="zh-TW" sz="2000" dirty="0">
                <a:solidFill>
                  <a:srgbClr val="0070C0"/>
                </a:solidFill>
              </a:rPr>
              <a:t>the top of my head.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>
                <a:solidFill>
                  <a:srgbClr val="0070C0"/>
                </a:solidFill>
              </a:rPr>
              <a:t>To be quite honest with you, I really don’t know.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rgbClr val="0070C0"/>
                </a:solidFill>
              </a:rPr>
              <a:t>I’m afraid I don’t have that information with me.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rgbClr val="0070C0"/>
                </a:solidFill>
              </a:rPr>
              <a:t>I’m afraid I don’t know the answer to your question, </a:t>
            </a:r>
            <a:r>
              <a:rPr lang="en-US" altLang="zh-TW" sz="2000" u="sng" dirty="0" smtClean="0">
                <a:solidFill>
                  <a:srgbClr val="0070C0"/>
                </a:solidFill>
              </a:rPr>
              <a:t>but I’ll try to find out for you</a:t>
            </a:r>
            <a:r>
              <a:rPr lang="en-US" altLang="zh-TW" sz="2000" dirty="0" smtClean="0">
                <a:solidFill>
                  <a:srgbClr val="0070C0"/>
                </a:solidFill>
              </a:rPr>
              <a:t>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What are your thoughts on the matter?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Hmm, I wonder what other people think?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rgbClr val="0070C0"/>
                </a:solidFill>
              </a:rPr>
              <a:t>I’m afraid I’m not in a position to answer this question.  I’m afraid that’s not my field.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rgbClr val="0070C0"/>
                </a:solidFill>
              </a:rPr>
              <a:t>I’ll </a:t>
            </a:r>
            <a:r>
              <a:rPr lang="en-US" altLang="zh-TW" sz="2000" dirty="0">
                <a:solidFill>
                  <a:srgbClr val="0070C0"/>
                </a:solidFill>
              </a:rPr>
              <a:t>find out. Can I get back to you on that?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u="sng" dirty="0" smtClean="0">
                <a:solidFill>
                  <a:schemeClr val="accent1">
                    <a:lumMod val="75000"/>
                  </a:schemeClr>
                </a:solidFill>
              </a:rPr>
              <a:t>So, if I understood you correctly, you would like to know whether … </a:t>
            </a: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914400" lvl="1" indent="-282575">
              <a:spcAft>
                <a:spcPts val="600"/>
              </a:spcAft>
              <a:buSzPct val="100000"/>
              <a:buFont typeface="Wingdings" panose="05000000000000000000" pitchFamily="2" charset="2"/>
              <a:buAutoNum type="circleNumWdWhitePlain"/>
            </a:pP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I’m sorry, could you repeat your question, please?</a:t>
            </a:r>
          </a:p>
        </p:txBody>
      </p:sp>
      <p:sp>
        <p:nvSpPr>
          <p:cNvPr id="4" name="左大括弧 3"/>
          <p:cNvSpPr/>
          <p:nvPr/>
        </p:nvSpPr>
        <p:spPr bwMode="auto">
          <a:xfrm>
            <a:off x="1485901" y="1621280"/>
            <a:ext cx="231823" cy="1274323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600"/>
              </a:spcAft>
            </a:pPr>
            <a:endParaRPr lang="zh-TW" altLang="en-US" sz="2000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左大括弧 4"/>
          <p:cNvSpPr/>
          <p:nvPr/>
        </p:nvSpPr>
        <p:spPr bwMode="auto">
          <a:xfrm>
            <a:off x="1501727" y="3497624"/>
            <a:ext cx="231823" cy="477871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600"/>
              </a:spcAft>
            </a:pPr>
            <a:r>
              <a:rPr lang="en-US" altLang="zh-TW" sz="2000" dirty="0" smtClean="0">
                <a:solidFill>
                  <a:srgbClr val="000000"/>
                </a:solidFill>
                <a:latin typeface="Arial" charset="0"/>
              </a:rPr>
              <a:t>   </a:t>
            </a:r>
            <a:endParaRPr lang="zh-TW" altLang="en-US" sz="2000" dirty="0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左大括弧 6"/>
          <p:cNvSpPr/>
          <p:nvPr/>
        </p:nvSpPr>
        <p:spPr bwMode="auto">
          <a:xfrm>
            <a:off x="1485901" y="4388592"/>
            <a:ext cx="231823" cy="71680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600"/>
              </a:spcAft>
            </a:pPr>
            <a:r>
              <a:rPr lang="en-US" altLang="zh-TW" sz="2000" dirty="0" smtClean="0">
                <a:solidFill>
                  <a:srgbClr val="000000"/>
                </a:solidFill>
                <a:latin typeface="Arial" charset="0"/>
              </a:rPr>
              <a:t>                        </a:t>
            </a:r>
            <a:endParaRPr lang="zh-TW" altLang="en-US" sz="2000" dirty="0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左大括弧 7"/>
          <p:cNvSpPr/>
          <p:nvPr/>
        </p:nvSpPr>
        <p:spPr bwMode="auto">
          <a:xfrm>
            <a:off x="1485901" y="5486400"/>
            <a:ext cx="231823" cy="71680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600"/>
              </a:spcAft>
            </a:pPr>
            <a:endParaRPr lang="zh-TW" altLang="en-US" sz="2000" dirty="0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19509" y="1836006"/>
            <a:ext cx="1283841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00"/>
                </a:solidFill>
              </a:rPr>
              <a:t>Admit you don’t know.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30053" y="3276601"/>
            <a:ext cx="1355849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altLang="zh-TW" sz="1600" dirty="0">
                <a:solidFill>
                  <a:srgbClr val="000000"/>
                </a:solidFill>
              </a:rPr>
              <a:t>Ask for other’s opinion.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30053" y="4267200"/>
            <a:ext cx="1355849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altLang="zh-TW" sz="1600" dirty="0">
                <a:solidFill>
                  <a:srgbClr val="000000"/>
                </a:solidFill>
              </a:rPr>
              <a:t>Find the answer for your audience.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28467" y="5486401"/>
            <a:ext cx="1355849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altLang="zh-TW" sz="1600" dirty="0">
                <a:solidFill>
                  <a:srgbClr val="000000"/>
                </a:solidFill>
              </a:rPr>
              <a:t>Make more time for yourself.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56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solidFill>
                  <a:srgbClr val="FF0000"/>
                </a:solidFill>
                <a:latin typeface="Corbel" pitchFamily="34" charset="0"/>
                <a:ea typeface="新細明體" charset="-120"/>
                <a:cs typeface="Arial" charset="0"/>
              </a:rPr>
              <a:t>Website Introduction</a:t>
            </a:r>
            <a:endParaRPr lang="zh-TW" altLang="en-US" sz="4000" dirty="0">
              <a:solidFill>
                <a:srgbClr val="FF0000"/>
              </a:solidFill>
              <a:latin typeface="Corbel" pitchFamily="34" charset="0"/>
              <a:ea typeface="新細明體" charset="-120"/>
              <a:cs typeface="Arial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Feature your points:</a:t>
            </a:r>
          </a:p>
          <a:p>
            <a:pPr lvl="1"/>
            <a:r>
              <a:rPr lang="en-US" altLang="zh-TW" dirty="0" smtClean="0"/>
              <a:t>Insert a “text box 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文字方塊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dirty="0" smtClean="0"/>
              <a:t>” or a “shape</a:t>
            </a:r>
            <a:r>
              <a:rPr lang="zh-TW" altLang="en-US" dirty="0" smtClean="0"/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dirty="0" smtClean="0"/>
              <a:t>” with larger words in it. </a:t>
            </a:r>
          </a:p>
          <a:p>
            <a:pPr lvl="1"/>
            <a:r>
              <a:rPr lang="en-US" altLang="zh-TW" dirty="0" smtClean="0"/>
              <a:t>Make sure your audience can see the words and follow your steps easily.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211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>
              <a:ea typeface="新細明體" charset="-120"/>
            </a:endParaRPr>
          </a:p>
        </p:txBody>
      </p:sp>
      <p:sp>
        <p:nvSpPr>
          <p:cNvPr id="2765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mtClean="0">
              <a:ea typeface="新細明體" charset="-120"/>
            </a:endParaRPr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9480" r="14444" b="3999"/>
          <a:stretch>
            <a:fillRect/>
          </a:stretch>
        </p:blipFill>
        <p:spPr bwMode="auto">
          <a:xfrm>
            <a:off x="-42996" y="28575"/>
            <a:ext cx="9991991" cy="68008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圓角矩形圖說文字 4"/>
          <p:cNvSpPr/>
          <p:nvPr/>
        </p:nvSpPr>
        <p:spPr bwMode="auto">
          <a:xfrm>
            <a:off x="5778500" y="1066800"/>
            <a:ext cx="1651000" cy="685800"/>
          </a:xfrm>
          <a:prstGeom prst="wedgeRoundRectCallout">
            <a:avLst>
              <a:gd name="adj1" fmla="val 39240"/>
              <a:gd name="adj2" fmla="val 70192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 algn="ctr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chemeClr val="bg1"/>
                </a:solidFill>
                <a:latin typeface="Candara" pitchFamily="34" charset="0"/>
                <a:ea typeface="新細明體" charset="-120"/>
              </a:rPr>
              <a:t>Station and Shuttle</a:t>
            </a:r>
            <a:endParaRPr lang="zh-TW" altLang="en-US" dirty="0">
              <a:solidFill>
                <a:schemeClr val="bg1"/>
              </a:solidFill>
              <a:latin typeface="Candara" pitchFamily="34" charset="0"/>
              <a:ea typeface="新細明體" charset="-120"/>
            </a:endParaRPr>
          </a:p>
        </p:txBody>
      </p:sp>
      <p:sp>
        <p:nvSpPr>
          <p:cNvPr id="10" name="圓角矩形圖說文字 9"/>
          <p:cNvSpPr/>
          <p:nvPr/>
        </p:nvSpPr>
        <p:spPr bwMode="auto">
          <a:xfrm>
            <a:off x="5200650" y="3886200"/>
            <a:ext cx="2311400" cy="457200"/>
          </a:xfrm>
          <a:prstGeom prst="wedgeRoundRectCallout">
            <a:avLst>
              <a:gd name="adj1" fmla="val 39240"/>
              <a:gd name="adj2" fmla="val 70192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 algn="ctr">
              <a:buFont typeface="Wingdings" pitchFamily="2" charset="2"/>
              <a:buNone/>
            </a:pPr>
            <a:r>
              <a:rPr lang="en-US" altLang="zh-TW" dirty="0">
                <a:solidFill>
                  <a:schemeClr val="bg1"/>
                </a:solidFill>
                <a:latin typeface="Candara" pitchFamily="34" charset="0"/>
                <a:ea typeface="新細明體" charset="-120"/>
              </a:rPr>
              <a:t>NASA in Your Life</a:t>
            </a:r>
            <a:endParaRPr lang="zh-TW" altLang="en-US" dirty="0">
              <a:solidFill>
                <a:schemeClr val="bg1"/>
              </a:solidFill>
              <a:latin typeface="Candara" pitchFamily="34" charset="0"/>
              <a:ea typeface="新細明體" charset="-120"/>
            </a:endParaRPr>
          </a:p>
        </p:txBody>
      </p:sp>
      <p:sp>
        <p:nvSpPr>
          <p:cNvPr id="13" name="圓角矩形圖說文字 12"/>
          <p:cNvSpPr/>
          <p:nvPr/>
        </p:nvSpPr>
        <p:spPr bwMode="auto">
          <a:xfrm>
            <a:off x="8832850" y="2286000"/>
            <a:ext cx="908050" cy="381000"/>
          </a:xfrm>
          <a:prstGeom prst="wedgeRoundRectCallout">
            <a:avLst>
              <a:gd name="adj1" fmla="val 7072"/>
              <a:gd name="adj2" fmla="val 115467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 algn="ctr">
              <a:buFont typeface="Wingdings" pitchFamily="2" charset="2"/>
              <a:buNone/>
            </a:pPr>
            <a:r>
              <a:rPr lang="en-US" altLang="zh-TW" dirty="0">
                <a:solidFill>
                  <a:schemeClr val="bg1"/>
                </a:solidFill>
                <a:latin typeface="Candara" pitchFamily="34" charset="0"/>
                <a:ea typeface="新細明體" charset="-120"/>
              </a:rPr>
              <a:t>Earth</a:t>
            </a:r>
            <a:endParaRPr lang="zh-TW" altLang="en-US" dirty="0">
              <a:solidFill>
                <a:schemeClr val="bg1"/>
              </a:solidFill>
              <a:latin typeface="Candara" pitchFamily="34" charset="0"/>
              <a:ea typeface="新細明體" charset="-120"/>
            </a:endParaRPr>
          </a:p>
        </p:txBody>
      </p:sp>
      <p:sp>
        <p:nvSpPr>
          <p:cNvPr id="16" name="橢圓形圖說文字 15"/>
          <p:cNvSpPr/>
          <p:nvPr/>
        </p:nvSpPr>
        <p:spPr bwMode="auto">
          <a:xfrm>
            <a:off x="3368824" y="476672"/>
            <a:ext cx="2311400" cy="685800"/>
          </a:xfrm>
          <a:prstGeom prst="wedgeEllipseCallout">
            <a:avLst>
              <a:gd name="adj1" fmla="val 58700"/>
              <a:gd name="adj2" fmla="val -54849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marL="342900" indent="-342900" algn="ctr">
              <a:buFont typeface="Wingdings" pitchFamily="2" charset="2"/>
              <a:buNone/>
              <a:defRPr/>
            </a:pPr>
            <a:r>
              <a:rPr lang="en-US" altLang="zh-TW" sz="1900" dirty="0">
                <a:solidFill>
                  <a:srgbClr val="FF5050"/>
                </a:solidFill>
                <a:latin typeface="Aharoni" pitchFamily="2" charset="-79"/>
                <a:ea typeface="新細明體" charset="-120"/>
                <a:cs typeface="Aharoni" pitchFamily="2" charset="-79"/>
              </a:rPr>
              <a:t>Multimedia</a:t>
            </a:r>
            <a:endParaRPr lang="zh-TW" altLang="en-US" sz="1900" dirty="0">
              <a:solidFill>
                <a:srgbClr val="FF5050"/>
              </a:solidFill>
              <a:latin typeface="Aharoni" pitchFamily="2" charset="-79"/>
              <a:ea typeface="新細明體" charset="-12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1438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99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2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32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0" grpId="1" animBg="1"/>
      <p:bldP spid="10" grpId="2" animBg="1"/>
      <p:bldP spid="10" grpId="3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>
              <a:ea typeface="新細明體" charset="-120"/>
            </a:endParaRPr>
          </a:p>
        </p:txBody>
      </p:sp>
      <p:sp>
        <p:nvSpPr>
          <p:cNvPr id="28675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mtClean="0">
              <a:ea typeface="新細明體" charset="-120"/>
            </a:endParaRPr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2" t="9938" r="15125" b="4349"/>
          <a:stretch>
            <a:fillRect/>
          </a:stretch>
        </p:blipFill>
        <p:spPr bwMode="auto">
          <a:xfrm>
            <a:off x="-3437" y="0"/>
            <a:ext cx="990944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圓角矩形 6"/>
          <p:cNvSpPr/>
          <p:nvPr/>
        </p:nvSpPr>
        <p:spPr bwMode="auto">
          <a:xfrm>
            <a:off x="3152802" y="228600"/>
            <a:ext cx="138745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Wingdings" pitchFamily="2" charset="2"/>
              <a:buNone/>
              <a:defRPr/>
            </a:pPr>
            <a:r>
              <a:rPr lang="en-US" altLang="zh-TW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Images</a:t>
            </a:r>
            <a:endParaRPr lang="zh-TW" altLang="en-US" sz="2000" b="1" dirty="0">
              <a:solidFill>
                <a:schemeClr val="tx1">
                  <a:lumMod val="50000"/>
                  <a:lumOff val="50000"/>
                </a:schemeClr>
              </a:solidFill>
              <a:ea typeface="新細明體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5035552" y="228600"/>
            <a:ext cx="2149698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76213" indent="-176213" algn="ctr">
              <a:buFont typeface="Wingdings" pitchFamily="2" charset="2"/>
              <a:buNone/>
              <a:defRPr/>
            </a:pPr>
            <a:r>
              <a:rPr lang="en-US" altLang="zh-TW" sz="1800" b="1" dirty="0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Latest Videos</a:t>
            </a:r>
            <a:endParaRPr lang="zh-TW" altLang="en-US" sz="1800" b="1" dirty="0">
              <a:solidFill>
                <a:schemeClr val="tx1">
                  <a:lumMod val="50000"/>
                  <a:lumOff val="50000"/>
                </a:schemeClr>
              </a:solidFill>
              <a:ea typeface="新細明體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2806700" y="3657600"/>
            <a:ext cx="198120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76213" indent="-176213" algn="ctr">
              <a:buFont typeface="Wingdings" pitchFamily="2" charset="2"/>
              <a:buNone/>
              <a:defRPr/>
            </a:pPr>
            <a:r>
              <a:rPr lang="en-US" altLang="zh-TW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Interactive</a:t>
            </a:r>
          </a:p>
          <a:p>
            <a:pPr marL="176213" indent="-176213" algn="ctr">
              <a:buFont typeface="Wingdings" pitchFamily="2" charset="2"/>
              <a:buNone/>
              <a:defRPr/>
            </a:pPr>
            <a:r>
              <a:rPr lang="en-US" altLang="zh-TW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Features</a:t>
            </a:r>
            <a:endParaRPr lang="zh-TW" altLang="en-US" sz="1800" b="1" dirty="0">
              <a:solidFill>
                <a:schemeClr val="tx1">
                  <a:lumMod val="50000"/>
                  <a:lumOff val="50000"/>
                </a:schemeClr>
              </a:solidFill>
              <a:ea typeface="新細明體" charset="-120"/>
            </a:endParaRPr>
          </a:p>
        </p:txBody>
      </p:sp>
      <p:sp>
        <p:nvSpPr>
          <p:cNvPr id="10" name="圓角矩形 9"/>
          <p:cNvSpPr/>
          <p:nvPr/>
        </p:nvSpPr>
        <p:spPr bwMode="auto">
          <a:xfrm>
            <a:off x="5035550" y="3657600"/>
            <a:ext cx="222885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76213" indent="-176213" algn="ctr">
              <a:buFont typeface="Wingdings" pitchFamily="2" charset="2"/>
              <a:buNone/>
              <a:defRPr/>
            </a:pPr>
            <a:r>
              <a:rPr lang="en-US" altLang="zh-TW" sz="1800" b="1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Audio Podcasts</a:t>
            </a:r>
            <a:endParaRPr lang="zh-TW" altLang="en-US" sz="1800" b="1">
              <a:solidFill>
                <a:schemeClr val="tx1">
                  <a:lumMod val="50000"/>
                  <a:lumOff val="50000"/>
                </a:schemeClr>
              </a:solidFill>
              <a:ea typeface="新細明體" charset="-120"/>
            </a:endParaRPr>
          </a:p>
        </p:txBody>
      </p:sp>
      <p:sp>
        <p:nvSpPr>
          <p:cNvPr id="11" name="圓角矩形 10"/>
          <p:cNvSpPr/>
          <p:nvPr/>
        </p:nvSpPr>
        <p:spPr bwMode="auto">
          <a:xfrm>
            <a:off x="7346950" y="3657600"/>
            <a:ext cx="2228850" cy="457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176213" indent="-176213" algn="ctr">
              <a:buFont typeface="Wingdings" pitchFamily="2" charset="2"/>
              <a:buNone/>
              <a:defRPr/>
            </a:pPr>
            <a:r>
              <a:rPr lang="en-US" altLang="zh-TW" sz="1800" b="1">
                <a:solidFill>
                  <a:schemeClr val="tx1">
                    <a:lumMod val="50000"/>
                    <a:lumOff val="50000"/>
                  </a:schemeClr>
                </a:solidFill>
                <a:ea typeface="新細明體" charset="-120"/>
              </a:rPr>
              <a:t>Video Podcasts</a:t>
            </a:r>
            <a:endParaRPr lang="zh-TW" altLang="en-US" sz="1800" b="1">
              <a:solidFill>
                <a:schemeClr val="tx1">
                  <a:lumMod val="50000"/>
                  <a:lumOff val="50000"/>
                </a:schemeClr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5906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http://idsgn.org/images/now-and-then-how-film-titles-have-evolved/the-en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15" y="980728"/>
            <a:ext cx="7920881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55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教室開放參觀簡報">
  <a:themeElements>
    <a:clrScheme name="ParentOpnHse 3">
      <a:dk1>
        <a:srgbClr val="000000"/>
      </a:dk1>
      <a:lt1>
        <a:srgbClr val="FFFFFF"/>
      </a:lt1>
      <a:dk2>
        <a:srgbClr val="0000CC"/>
      </a:dk2>
      <a:lt2>
        <a:srgbClr val="434343"/>
      </a:lt2>
      <a:accent1>
        <a:srgbClr val="99CC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CAE2AA"/>
      </a:accent5>
      <a:accent6>
        <a:srgbClr val="E7B900"/>
      </a:accent6>
      <a:hlink>
        <a:srgbClr val="FF0000"/>
      </a:hlink>
      <a:folHlink>
        <a:srgbClr val="808080"/>
      </a:folHlink>
    </a:clrScheme>
    <a:fontScheme name="ParentOpnHse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arentOpnH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教室開放參觀簡報">
  <a:themeElements>
    <a:clrScheme name="ParentOpnHse 3">
      <a:dk1>
        <a:srgbClr val="000000"/>
      </a:dk1>
      <a:lt1>
        <a:srgbClr val="FFFFFF"/>
      </a:lt1>
      <a:dk2>
        <a:srgbClr val="0000CC"/>
      </a:dk2>
      <a:lt2>
        <a:srgbClr val="434343"/>
      </a:lt2>
      <a:accent1>
        <a:srgbClr val="99CC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CAE2AA"/>
      </a:accent5>
      <a:accent6>
        <a:srgbClr val="E7B900"/>
      </a:accent6>
      <a:hlink>
        <a:srgbClr val="FF0000"/>
      </a:hlink>
      <a:folHlink>
        <a:srgbClr val="808080"/>
      </a:folHlink>
    </a:clrScheme>
    <a:fontScheme name="ParentOpnHse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arentOpnH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entOpnH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rentOpnH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教室開放參觀簡報</Template>
  <TotalTime>3666</TotalTime>
  <Words>1169</Words>
  <Application>Microsoft Office PowerPoint</Application>
  <PresentationFormat>A4 紙張 (210x297 公釐)</PresentationFormat>
  <Paragraphs>179</Paragraphs>
  <Slides>27</Slides>
  <Notes>25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27</vt:i4>
      </vt:variant>
    </vt:vector>
  </HeadingPairs>
  <TitlesOfParts>
    <vt:vector size="29" baseType="lpstr">
      <vt:lpstr>教室開放參觀簡報</vt:lpstr>
      <vt:lpstr>1_教室開放參觀簡報</vt:lpstr>
      <vt:lpstr>Group Presentation Introduction</vt:lpstr>
      <vt:lpstr>Outline</vt:lpstr>
      <vt:lpstr>About “Group Presentation” </vt:lpstr>
      <vt:lpstr>PowerPoint 簡報</vt:lpstr>
      <vt:lpstr>Preparation Stage 1: Decide Direction</vt:lpstr>
      <vt:lpstr>Reminders</vt:lpstr>
      <vt:lpstr>PowerPoint 簡報</vt:lpstr>
      <vt:lpstr>PowerPoint 簡報</vt:lpstr>
      <vt:lpstr>Preparation Stage 2: Prepare Notes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Opening</vt:lpstr>
      <vt:lpstr>4 Elements to Opening a Presentation</vt:lpstr>
      <vt:lpstr>PowerPoint 簡報</vt:lpstr>
      <vt:lpstr>Closing</vt:lpstr>
      <vt:lpstr>PowerPoint 簡報</vt:lpstr>
      <vt:lpstr>Q &amp; A session – How to respond?</vt:lpstr>
      <vt:lpstr>Q &amp; A session – How to respond?</vt:lpstr>
      <vt:lpstr>Q &amp; A session – How to respond?</vt:lpstr>
      <vt:lpstr>Website Introduction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Presentation</dc:title>
  <dc:creator>Vanessa</dc:creator>
  <cp:lastModifiedBy>Vanessa</cp:lastModifiedBy>
  <cp:revision>98</cp:revision>
  <cp:lastPrinted>1601-01-01T00:00:00Z</cp:lastPrinted>
  <dcterms:created xsi:type="dcterms:W3CDTF">2013-05-19T06:52:42Z</dcterms:created>
  <dcterms:modified xsi:type="dcterms:W3CDTF">2019-10-14T04:42:02Z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TC010170701028</vt:lpwstr>
  </property>
</Properties>
</file>