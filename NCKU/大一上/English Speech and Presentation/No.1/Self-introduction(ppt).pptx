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58" r:id="rId4"/>
    <p:sldId id="271" r:id="rId5"/>
    <p:sldId id="261" r:id="rId6"/>
    <p:sldId id="272" r:id="rId7"/>
    <p:sldId id="259" r:id="rId8"/>
    <p:sldId id="273" r:id="rId9"/>
    <p:sldId id="262" r:id="rId10"/>
    <p:sldId id="274" r:id="rId11"/>
    <p:sldId id="260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BD0BF2-D7F8-4B34-9C36-B18639DEFEC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7110F3C-2C2D-4DEE-A9C8-132AEF2B9E6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/>
            <a:t>Background</a:t>
          </a:r>
          <a:endParaRPr lang="en-US" sz="2400"/>
        </a:p>
      </dgm:t>
    </dgm:pt>
    <dgm:pt modelId="{532D7710-0071-4941-9B9B-4F7AF2D2BD61}" type="parTrans" cxnId="{D3D77439-4913-4DD6-B9CA-FE16F0841FE9}">
      <dgm:prSet/>
      <dgm:spPr/>
      <dgm:t>
        <a:bodyPr/>
        <a:lstStyle/>
        <a:p>
          <a:endParaRPr lang="en-US" sz="2400"/>
        </a:p>
      </dgm:t>
    </dgm:pt>
    <dgm:pt modelId="{378FA11F-09EF-4094-855C-18EA5DA484DF}" type="sibTrans" cxnId="{D3D77439-4913-4DD6-B9CA-FE16F0841FE9}">
      <dgm:prSet/>
      <dgm:spPr/>
      <dgm:t>
        <a:bodyPr/>
        <a:lstStyle/>
        <a:p>
          <a:endParaRPr lang="en-US" sz="2400"/>
        </a:p>
      </dgm:t>
    </dgm:pt>
    <dgm:pt modelId="{7D8BFAD8-C655-45B0-B760-F75A76D1A0F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chemeClr val="tx2">
                  <a:lumMod val="20000"/>
                  <a:lumOff val="80000"/>
                </a:schemeClr>
              </a:solidFill>
            </a:rPr>
            <a:t>Family</a:t>
          </a:r>
        </a:p>
      </dgm:t>
    </dgm:pt>
    <dgm:pt modelId="{696CABC0-4D44-47E5-AFA7-8618910BCE2F}" type="parTrans" cxnId="{DE892C5E-5EC9-4DB4-B52A-0F0E7386D16B}">
      <dgm:prSet/>
      <dgm:spPr/>
      <dgm:t>
        <a:bodyPr/>
        <a:lstStyle/>
        <a:p>
          <a:endParaRPr lang="en-US" sz="2400"/>
        </a:p>
      </dgm:t>
    </dgm:pt>
    <dgm:pt modelId="{0273FA7E-71CA-4F57-B9C6-ADA802D0D772}" type="sibTrans" cxnId="{DE892C5E-5EC9-4DB4-B52A-0F0E7386D16B}">
      <dgm:prSet/>
      <dgm:spPr/>
      <dgm:t>
        <a:bodyPr/>
        <a:lstStyle/>
        <a:p>
          <a:endParaRPr lang="en-US" sz="2400"/>
        </a:p>
      </dgm:t>
    </dgm:pt>
    <dgm:pt modelId="{8B58FC01-1CD2-4DFD-B05A-74077D1F84C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chemeClr val="tx2">
                  <a:lumMod val="20000"/>
                  <a:lumOff val="80000"/>
                </a:schemeClr>
              </a:solidFill>
            </a:rPr>
            <a:t>Schedule</a:t>
          </a:r>
        </a:p>
      </dgm:t>
    </dgm:pt>
    <dgm:pt modelId="{B37FE02C-224F-486B-BBB6-FE857A807D4D}" type="parTrans" cxnId="{734AE220-501B-4A26-A59A-D736C23D6F8D}">
      <dgm:prSet/>
      <dgm:spPr/>
      <dgm:t>
        <a:bodyPr/>
        <a:lstStyle/>
        <a:p>
          <a:endParaRPr lang="en-US" sz="2400"/>
        </a:p>
      </dgm:t>
    </dgm:pt>
    <dgm:pt modelId="{0BA10AA6-3A03-4645-9E00-C0C7E4D4B1F3}" type="sibTrans" cxnId="{734AE220-501B-4A26-A59A-D736C23D6F8D}">
      <dgm:prSet/>
      <dgm:spPr/>
      <dgm:t>
        <a:bodyPr/>
        <a:lstStyle/>
        <a:p>
          <a:endParaRPr lang="en-US" sz="2400"/>
        </a:p>
      </dgm:t>
    </dgm:pt>
    <dgm:pt modelId="{F6006F64-CD92-42C5-A180-3416326985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chemeClr val="tx2">
                  <a:lumMod val="20000"/>
                  <a:lumOff val="80000"/>
                </a:schemeClr>
              </a:solidFill>
            </a:rPr>
            <a:t>Hobby</a:t>
          </a:r>
        </a:p>
      </dgm:t>
    </dgm:pt>
    <dgm:pt modelId="{48A9B782-273F-4236-8BCC-62C69E61B5B0}" type="parTrans" cxnId="{C8ADF3D5-9252-45B7-8668-2BCE96FE4C26}">
      <dgm:prSet/>
      <dgm:spPr/>
      <dgm:t>
        <a:bodyPr/>
        <a:lstStyle/>
        <a:p>
          <a:endParaRPr lang="en-US" sz="2400"/>
        </a:p>
      </dgm:t>
    </dgm:pt>
    <dgm:pt modelId="{10AEEECE-B1F0-4305-B324-EA98B86EAB65}" type="sibTrans" cxnId="{C8ADF3D5-9252-45B7-8668-2BCE96FE4C26}">
      <dgm:prSet/>
      <dgm:spPr/>
      <dgm:t>
        <a:bodyPr/>
        <a:lstStyle/>
        <a:p>
          <a:endParaRPr lang="en-US" sz="2400"/>
        </a:p>
      </dgm:t>
    </dgm:pt>
    <dgm:pt modelId="{EDDABC57-EF9B-4C98-A3FD-E00D32B8880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chemeClr val="tx2">
                  <a:lumMod val="20000"/>
                  <a:lumOff val="80000"/>
                </a:schemeClr>
              </a:solidFill>
            </a:rPr>
            <a:t>Dream</a:t>
          </a:r>
          <a:r>
            <a:rPr lang="en-US" sz="2400" dirty="0">
              <a:solidFill>
                <a:schemeClr val="accent1">
                  <a:lumMod val="60000"/>
                  <a:lumOff val="40000"/>
                </a:schemeClr>
              </a:solidFill>
            </a:rPr>
            <a:t> </a:t>
          </a:r>
        </a:p>
      </dgm:t>
    </dgm:pt>
    <dgm:pt modelId="{7F1008F8-F0C7-4FA5-A748-50749871D99C}" type="parTrans" cxnId="{50A21057-84B0-4FE4-AE57-D339E5BA0A8E}">
      <dgm:prSet/>
      <dgm:spPr/>
      <dgm:t>
        <a:bodyPr/>
        <a:lstStyle/>
        <a:p>
          <a:endParaRPr lang="en-US" sz="2400"/>
        </a:p>
      </dgm:t>
    </dgm:pt>
    <dgm:pt modelId="{C27C66F5-7C82-4611-B2CD-5E608B97D88D}" type="sibTrans" cxnId="{50A21057-84B0-4FE4-AE57-D339E5BA0A8E}">
      <dgm:prSet/>
      <dgm:spPr/>
      <dgm:t>
        <a:bodyPr/>
        <a:lstStyle/>
        <a:p>
          <a:endParaRPr lang="en-US" sz="2400"/>
        </a:p>
      </dgm:t>
    </dgm:pt>
    <dgm:pt modelId="{2B9988CF-E732-47C3-92D8-B2BD88DA3A9C}" type="pres">
      <dgm:prSet presAssocID="{35BD0BF2-D7F8-4B34-9C36-B18639DEFEC0}" presName="root" presStyleCnt="0">
        <dgm:presLayoutVars>
          <dgm:dir/>
          <dgm:resizeHandles val="exact"/>
        </dgm:presLayoutVars>
      </dgm:prSet>
      <dgm:spPr/>
    </dgm:pt>
    <dgm:pt modelId="{B641929D-BDDB-4ACF-BFE5-32DD42F9BF0A}" type="pres">
      <dgm:prSet presAssocID="{E7110F3C-2C2D-4DEE-A9C8-132AEF2B9E69}" presName="compNode" presStyleCnt="0"/>
      <dgm:spPr/>
    </dgm:pt>
    <dgm:pt modelId="{BB0E5A74-A41B-48F5-9FA8-1808634B1E87}" type="pres">
      <dgm:prSet presAssocID="{E7110F3C-2C2D-4DEE-A9C8-132AEF2B9E6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865DA75-8E11-4DA1-AE2C-DEF831F37379}" type="pres">
      <dgm:prSet presAssocID="{E7110F3C-2C2D-4DEE-A9C8-132AEF2B9E69}" presName="spaceRect" presStyleCnt="0"/>
      <dgm:spPr/>
    </dgm:pt>
    <dgm:pt modelId="{AFFED8C5-F73A-44CE-9338-D65F1689783A}" type="pres">
      <dgm:prSet presAssocID="{E7110F3C-2C2D-4DEE-A9C8-132AEF2B9E69}" presName="textRect" presStyleLbl="revTx" presStyleIdx="0" presStyleCnt="5">
        <dgm:presLayoutVars>
          <dgm:chMax val="1"/>
          <dgm:chPref val="1"/>
        </dgm:presLayoutVars>
      </dgm:prSet>
      <dgm:spPr/>
    </dgm:pt>
    <dgm:pt modelId="{DDA369BE-1A66-467E-9D14-9493C9081269}" type="pres">
      <dgm:prSet presAssocID="{378FA11F-09EF-4094-855C-18EA5DA484DF}" presName="sibTrans" presStyleCnt="0"/>
      <dgm:spPr/>
    </dgm:pt>
    <dgm:pt modelId="{0DB34B35-1AED-4163-A985-4B374B3A0BB2}" type="pres">
      <dgm:prSet presAssocID="{7D8BFAD8-C655-45B0-B760-F75A76D1A0FF}" presName="compNode" presStyleCnt="0"/>
      <dgm:spPr/>
    </dgm:pt>
    <dgm:pt modelId="{C455A557-9561-4B4E-A348-14849243ACD1}" type="pres">
      <dgm:prSet presAssocID="{7D8BFAD8-C655-45B0-B760-F75A76D1A0F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laroidPictures"/>
        </a:ext>
      </dgm:extLst>
    </dgm:pt>
    <dgm:pt modelId="{63DDAF84-FBE8-439B-916E-C0FF1EC75B4F}" type="pres">
      <dgm:prSet presAssocID="{7D8BFAD8-C655-45B0-B760-F75A76D1A0FF}" presName="spaceRect" presStyleCnt="0"/>
      <dgm:spPr/>
    </dgm:pt>
    <dgm:pt modelId="{C280F1CC-93F0-4C90-9B37-DBBBA0B36925}" type="pres">
      <dgm:prSet presAssocID="{7D8BFAD8-C655-45B0-B760-F75A76D1A0FF}" presName="textRect" presStyleLbl="revTx" presStyleIdx="1" presStyleCnt="5">
        <dgm:presLayoutVars>
          <dgm:chMax val="1"/>
          <dgm:chPref val="1"/>
        </dgm:presLayoutVars>
      </dgm:prSet>
      <dgm:spPr/>
    </dgm:pt>
    <dgm:pt modelId="{B4C0AF7A-CCD2-460A-9420-F62FD91B5658}" type="pres">
      <dgm:prSet presAssocID="{0273FA7E-71CA-4F57-B9C6-ADA802D0D772}" presName="sibTrans" presStyleCnt="0"/>
      <dgm:spPr/>
    </dgm:pt>
    <dgm:pt modelId="{479B3439-DB1C-4D14-82E7-F15F0EEB8F72}" type="pres">
      <dgm:prSet presAssocID="{8B58FC01-1CD2-4DFD-B05A-74077D1F84C8}" presName="compNode" presStyleCnt="0"/>
      <dgm:spPr/>
    </dgm:pt>
    <dgm:pt modelId="{3140423B-FE74-4B68-B792-2015AABE99F5}" type="pres">
      <dgm:prSet presAssocID="{8B58FC01-1CD2-4DFD-B05A-74077D1F84C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"/>
        </a:ext>
      </dgm:extLst>
    </dgm:pt>
    <dgm:pt modelId="{FE49445E-2CF6-4EA3-81FA-4C14C579833F}" type="pres">
      <dgm:prSet presAssocID="{8B58FC01-1CD2-4DFD-B05A-74077D1F84C8}" presName="spaceRect" presStyleCnt="0"/>
      <dgm:spPr/>
    </dgm:pt>
    <dgm:pt modelId="{20F7B8E0-99B4-46DA-A655-506EF2B0FB0E}" type="pres">
      <dgm:prSet presAssocID="{8B58FC01-1CD2-4DFD-B05A-74077D1F84C8}" presName="textRect" presStyleLbl="revTx" presStyleIdx="2" presStyleCnt="5">
        <dgm:presLayoutVars>
          <dgm:chMax val="1"/>
          <dgm:chPref val="1"/>
        </dgm:presLayoutVars>
      </dgm:prSet>
      <dgm:spPr/>
    </dgm:pt>
    <dgm:pt modelId="{C49AAB97-EFF8-4FC2-B453-5F429B4F0808}" type="pres">
      <dgm:prSet presAssocID="{0BA10AA6-3A03-4645-9E00-C0C7E4D4B1F3}" presName="sibTrans" presStyleCnt="0"/>
      <dgm:spPr/>
    </dgm:pt>
    <dgm:pt modelId="{CDB5F776-B93F-4616-AAD9-BB3A6727EB4F}" type="pres">
      <dgm:prSet presAssocID="{F6006F64-CD92-42C5-A180-3416326985F6}" presName="compNode" presStyleCnt="0"/>
      <dgm:spPr/>
    </dgm:pt>
    <dgm:pt modelId="{094B1E3B-E856-410F-A869-503ACB8DF360}" type="pres">
      <dgm:prSet presAssocID="{F6006F64-CD92-42C5-A180-3416326985F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6E8DCDAF-CD8C-48D4-8B15-306B9FA247E2}" type="pres">
      <dgm:prSet presAssocID="{F6006F64-CD92-42C5-A180-3416326985F6}" presName="spaceRect" presStyleCnt="0"/>
      <dgm:spPr/>
    </dgm:pt>
    <dgm:pt modelId="{0D41D773-A930-4022-B84B-42417B237C20}" type="pres">
      <dgm:prSet presAssocID="{F6006F64-CD92-42C5-A180-3416326985F6}" presName="textRect" presStyleLbl="revTx" presStyleIdx="3" presStyleCnt="5">
        <dgm:presLayoutVars>
          <dgm:chMax val="1"/>
          <dgm:chPref val="1"/>
        </dgm:presLayoutVars>
      </dgm:prSet>
      <dgm:spPr/>
    </dgm:pt>
    <dgm:pt modelId="{D91547C7-1698-4F82-A474-2A1FE614B343}" type="pres">
      <dgm:prSet presAssocID="{10AEEECE-B1F0-4305-B324-EA98B86EAB65}" presName="sibTrans" presStyleCnt="0"/>
      <dgm:spPr/>
    </dgm:pt>
    <dgm:pt modelId="{B6539456-683F-44DC-AF0B-5F31AAB82E01}" type="pres">
      <dgm:prSet presAssocID="{EDDABC57-EF9B-4C98-A3FD-E00D32B8880B}" presName="compNode" presStyleCnt="0"/>
      <dgm:spPr/>
    </dgm:pt>
    <dgm:pt modelId="{2B344B99-DBE5-4359-9165-0F07669AE896}" type="pres">
      <dgm:prSet presAssocID="{EDDABC57-EF9B-4C98-A3FD-E00D32B8880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02B3297E-6C81-4956-9623-8192D2C0C302}" type="pres">
      <dgm:prSet presAssocID="{EDDABC57-EF9B-4C98-A3FD-E00D32B8880B}" presName="spaceRect" presStyleCnt="0"/>
      <dgm:spPr/>
    </dgm:pt>
    <dgm:pt modelId="{711AA37B-FEBF-467F-B5FA-58D7AB91D872}" type="pres">
      <dgm:prSet presAssocID="{EDDABC57-EF9B-4C98-A3FD-E00D32B8880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34AE220-501B-4A26-A59A-D736C23D6F8D}" srcId="{35BD0BF2-D7F8-4B34-9C36-B18639DEFEC0}" destId="{8B58FC01-1CD2-4DFD-B05A-74077D1F84C8}" srcOrd="2" destOrd="0" parTransId="{B37FE02C-224F-486B-BBB6-FE857A807D4D}" sibTransId="{0BA10AA6-3A03-4645-9E00-C0C7E4D4B1F3}"/>
    <dgm:cxn modelId="{D3D77439-4913-4DD6-B9CA-FE16F0841FE9}" srcId="{35BD0BF2-D7F8-4B34-9C36-B18639DEFEC0}" destId="{E7110F3C-2C2D-4DEE-A9C8-132AEF2B9E69}" srcOrd="0" destOrd="0" parTransId="{532D7710-0071-4941-9B9B-4F7AF2D2BD61}" sibTransId="{378FA11F-09EF-4094-855C-18EA5DA484DF}"/>
    <dgm:cxn modelId="{DE892C5E-5EC9-4DB4-B52A-0F0E7386D16B}" srcId="{35BD0BF2-D7F8-4B34-9C36-B18639DEFEC0}" destId="{7D8BFAD8-C655-45B0-B760-F75A76D1A0FF}" srcOrd="1" destOrd="0" parTransId="{696CABC0-4D44-47E5-AFA7-8618910BCE2F}" sibTransId="{0273FA7E-71CA-4F57-B9C6-ADA802D0D772}"/>
    <dgm:cxn modelId="{648D2149-2B09-48DF-BA82-CB1BD67840E7}" type="presOf" srcId="{7D8BFAD8-C655-45B0-B760-F75A76D1A0FF}" destId="{C280F1CC-93F0-4C90-9B37-DBBBA0B36925}" srcOrd="0" destOrd="0" presId="urn:microsoft.com/office/officeart/2018/2/layout/IconLabelList"/>
    <dgm:cxn modelId="{50A21057-84B0-4FE4-AE57-D339E5BA0A8E}" srcId="{35BD0BF2-D7F8-4B34-9C36-B18639DEFEC0}" destId="{EDDABC57-EF9B-4C98-A3FD-E00D32B8880B}" srcOrd="4" destOrd="0" parTransId="{7F1008F8-F0C7-4FA5-A748-50749871D99C}" sibTransId="{C27C66F5-7C82-4611-B2CD-5E608B97D88D}"/>
    <dgm:cxn modelId="{288C0759-7333-4A2C-AD3B-2B269FFB4C97}" type="presOf" srcId="{8B58FC01-1CD2-4DFD-B05A-74077D1F84C8}" destId="{20F7B8E0-99B4-46DA-A655-506EF2B0FB0E}" srcOrd="0" destOrd="0" presId="urn:microsoft.com/office/officeart/2018/2/layout/IconLabelList"/>
    <dgm:cxn modelId="{1DB9E19A-3B78-4FE3-A5A2-BF86134634FF}" type="presOf" srcId="{F6006F64-CD92-42C5-A180-3416326985F6}" destId="{0D41D773-A930-4022-B84B-42417B237C20}" srcOrd="0" destOrd="0" presId="urn:microsoft.com/office/officeart/2018/2/layout/IconLabelList"/>
    <dgm:cxn modelId="{AACDB79C-00C8-42AA-9942-71FE116857CF}" type="presOf" srcId="{35BD0BF2-D7F8-4B34-9C36-B18639DEFEC0}" destId="{2B9988CF-E732-47C3-92D8-B2BD88DA3A9C}" srcOrd="0" destOrd="0" presId="urn:microsoft.com/office/officeart/2018/2/layout/IconLabelList"/>
    <dgm:cxn modelId="{259F24B6-51DC-4DB6-A53B-206759F48AE5}" type="presOf" srcId="{EDDABC57-EF9B-4C98-A3FD-E00D32B8880B}" destId="{711AA37B-FEBF-467F-B5FA-58D7AB91D872}" srcOrd="0" destOrd="0" presId="urn:microsoft.com/office/officeart/2018/2/layout/IconLabelList"/>
    <dgm:cxn modelId="{A1C89BCF-5C11-4F4E-97FE-DDF45C07112B}" type="presOf" srcId="{E7110F3C-2C2D-4DEE-A9C8-132AEF2B9E69}" destId="{AFFED8C5-F73A-44CE-9338-D65F1689783A}" srcOrd="0" destOrd="0" presId="urn:microsoft.com/office/officeart/2018/2/layout/IconLabelList"/>
    <dgm:cxn modelId="{C8ADF3D5-9252-45B7-8668-2BCE96FE4C26}" srcId="{35BD0BF2-D7F8-4B34-9C36-B18639DEFEC0}" destId="{F6006F64-CD92-42C5-A180-3416326985F6}" srcOrd="3" destOrd="0" parTransId="{48A9B782-273F-4236-8BCC-62C69E61B5B0}" sibTransId="{10AEEECE-B1F0-4305-B324-EA98B86EAB65}"/>
    <dgm:cxn modelId="{2CBB55CD-1321-41BF-9EC8-08F06B622583}" type="presParOf" srcId="{2B9988CF-E732-47C3-92D8-B2BD88DA3A9C}" destId="{B641929D-BDDB-4ACF-BFE5-32DD42F9BF0A}" srcOrd="0" destOrd="0" presId="urn:microsoft.com/office/officeart/2018/2/layout/IconLabelList"/>
    <dgm:cxn modelId="{1B91FB95-B0B8-4F4B-8F2E-83CF64A74CF0}" type="presParOf" srcId="{B641929D-BDDB-4ACF-BFE5-32DD42F9BF0A}" destId="{BB0E5A74-A41B-48F5-9FA8-1808634B1E87}" srcOrd="0" destOrd="0" presId="urn:microsoft.com/office/officeart/2018/2/layout/IconLabelList"/>
    <dgm:cxn modelId="{0E09F1C2-671D-4852-B7D3-EBC51C0BDC46}" type="presParOf" srcId="{B641929D-BDDB-4ACF-BFE5-32DD42F9BF0A}" destId="{1865DA75-8E11-4DA1-AE2C-DEF831F37379}" srcOrd="1" destOrd="0" presId="urn:microsoft.com/office/officeart/2018/2/layout/IconLabelList"/>
    <dgm:cxn modelId="{A341981C-CF65-410A-84FD-CB809ECB99E7}" type="presParOf" srcId="{B641929D-BDDB-4ACF-BFE5-32DD42F9BF0A}" destId="{AFFED8C5-F73A-44CE-9338-D65F1689783A}" srcOrd="2" destOrd="0" presId="urn:microsoft.com/office/officeart/2018/2/layout/IconLabelList"/>
    <dgm:cxn modelId="{248A60C6-72CC-41CF-8185-58EE78BA01D6}" type="presParOf" srcId="{2B9988CF-E732-47C3-92D8-B2BD88DA3A9C}" destId="{DDA369BE-1A66-467E-9D14-9493C9081269}" srcOrd="1" destOrd="0" presId="urn:microsoft.com/office/officeart/2018/2/layout/IconLabelList"/>
    <dgm:cxn modelId="{4AAC614D-0165-422F-AA04-7EA978AD1DF3}" type="presParOf" srcId="{2B9988CF-E732-47C3-92D8-B2BD88DA3A9C}" destId="{0DB34B35-1AED-4163-A985-4B374B3A0BB2}" srcOrd="2" destOrd="0" presId="urn:microsoft.com/office/officeart/2018/2/layout/IconLabelList"/>
    <dgm:cxn modelId="{7AD6948E-D95C-4976-83F4-B778374849B1}" type="presParOf" srcId="{0DB34B35-1AED-4163-A985-4B374B3A0BB2}" destId="{C455A557-9561-4B4E-A348-14849243ACD1}" srcOrd="0" destOrd="0" presId="urn:microsoft.com/office/officeart/2018/2/layout/IconLabelList"/>
    <dgm:cxn modelId="{B2C566BB-0AAC-4CE7-B3D9-8EAD6F3A49BD}" type="presParOf" srcId="{0DB34B35-1AED-4163-A985-4B374B3A0BB2}" destId="{63DDAF84-FBE8-439B-916E-C0FF1EC75B4F}" srcOrd="1" destOrd="0" presId="urn:microsoft.com/office/officeart/2018/2/layout/IconLabelList"/>
    <dgm:cxn modelId="{7588769D-FB28-473C-83D6-009DCB13A1A9}" type="presParOf" srcId="{0DB34B35-1AED-4163-A985-4B374B3A0BB2}" destId="{C280F1CC-93F0-4C90-9B37-DBBBA0B36925}" srcOrd="2" destOrd="0" presId="urn:microsoft.com/office/officeart/2018/2/layout/IconLabelList"/>
    <dgm:cxn modelId="{B1D12897-8881-4931-82F4-6CCD2B8BC444}" type="presParOf" srcId="{2B9988CF-E732-47C3-92D8-B2BD88DA3A9C}" destId="{B4C0AF7A-CCD2-460A-9420-F62FD91B5658}" srcOrd="3" destOrd="0" presId="urn:microsoft.com/office/officeart/2018/2/layout/IconLabelList"/>
    <dgm:cxn modelId="{89789E8E-76E5-4A28-9510-F9B41C66D3EF}" type="presParOf" srcId="{2B9988CF-E732-47C3-92D8-B2BD88DA3A9C}" destId="{479B3439-DB1C-4D14-82E7-F15F0EEB8F72}" srcOrd="4" destOrd="0" presId="urn:microsoft.com/office/officeart/2018/2/layout/IconLabelList"/>
    <dgm:cxn modelId="{36879FD8-9848-49BD-B93E-30F363411282}" type="presParOf" srcId="{479B3439-DB1C-4D14-82E7-F15F0EEB8F72}" destId="{3140423B-FE74-4B68-B792-2015AABE99F5}" srcOrd="0" destOrd="0" presId="urn:microsoft.com/office/officeart/2018/2/layout/IconLabelList"/>
    <dgm:cxn modelId="{E6089656-EE3E-4946-AE14-ED16705D0A16}" type="presParOf" srcId="{479B3439-DB1C-4D14-82E7-F15F0EEB8F72}" destId="{FE49445E-2CF6-4EA3-81FA-4C14C579833F}" srcOrd="1" destOrd="0" presId="urn:microsoft.com/office/officeart/2018/2/layout/IconLabelList"/>
    <dgm:cxn modelId="{D1DB01AA-7193-4122-BD11-DCCE7A40096E}" type="presParOf" srcId="{479B3439-DB1C-4D14-82E7-F15F0EEB8F72}" destId="{20F7B8E0-99B4-46DA-A655-506EF2B0FB0E}" srcOrd="2" destOrd="0" presId="urn:microsoft.com/office/officeart/2018/2/layout/IconLabelList"/>
    <dgm:cxn modelId="{CA563E3A-E2DD-4F17-BA51-4894FF3BD9F8}" type="presParOf" srcId="{2B9988CF-E732-47C3-92D8-B2BD88DA3A9C}" destId="{C49AAB97-EFF8-4FC2-B453-5F429B4F0808}" srcOrd="5" destOrd="0" presId="urn:microsoft.com/office/officeart/2018/2/layout/IconLabelList"/>
    <dgm:cxn modelId="{78DF0F5A-436D-4BDF-9F70-E1CE0F0A2FC7}" type="presParOf" srcId="{2B9988CF-E732-47C3-92D8-B2BD88DA3A9C}" destId="{CDB5F776-B93F-4616-AAD9-BB3A6727EB4F}" srcOrd="6" destOrd="0" presId="urn:microsoft.com/office/officeart/2018/2/layout/IconLabelList"/>
    <dgm:cxn modelId="{667EEBCB-8F2D-4C9E-A0A6-BD607A6017E9}" type="presParOf" srcId="{CDB5F776-B93F-4616-AAD9-BB3A6727EB4F}" destId="{094B1E3B-E856-410F-A869-503ACB8DF360}" srcOrd="0" destOrd="0" presId="urn:microsoft.com/office/officeart/2018/2/layout/IconLabelList"/>
    <dgm:cxn modelId="{542E27D7-CD12-48BD-BF5B-1B834566D455}" type="presParOf" srcId="{CDB5F776-B93F-4616-AAD9-BB3A6727EB4F}" destId="{6E8DCDAF-CD8C-48D4-8B15-306B9FA247E2}" srcOrd="1" destOrd="0" presId="urn:microsoft.com/office/officeart/2018/2/layout/IconLabelList"/>
    <dgm:cxn modelId="{9C2249F5-A8AD-4E58-A1C5-BF8FFE6827A4}" type="presParOf" srcId="{CDB5F776-B93F-4616-AAD9-BB3A6727EB4F}" destId="{0D41D773-A930-4022-B84B-42417B237C20}" srcOrd="2" destOrd="0" presId="urn:microsoft.com/office/officeart/2018/2/layout/IconLabelList"/>
    <dgm:cxn modelId="{83D26E18-469A-493F-A6A1-6B2A0296C489}" type="presParOf" srcId="{2B9988CF-E732-47C3-92D8-B2BD88DA3A9C}" destId="{D91547C7-1698-4F82-A474-2A1FE614B343}" srcOrd="7" destOrd="0" presId="urn:microsoft.com/office/officeart/2018/2/layout/IconLabelList"/>
    <dgm:cxn modelId="{45CF08D0-11D9-4EA8-9104-55A99AB68677}" type="presParOf" srcId="{2B9988CF-E732-47C3-92D8-B2BD88DA3A9C}" destId="{B6539456-683F-44DC-AF0B-5F31AAB82E01}" srcOrd="8" destOrd="0" presId="urn:microsoft.com/office/officeart/2018/2/layout/IconLabelList"/>
    <dgm:cxn modelId="{11AE1F45-DD0F-43EA-840E-C3AD2814939E}" type="presParOf" srcId="{B6539456-683F-44DC-AF0B-5F31AAB82E01}" destId="{2B344B99-DBE5-4359-9165-0F07669AE896}" srcOrd="0" destOrd="0" presId="urn:microsoft.com/office/officeart/2018/2/layout/IconLabelList"/>
    <dgm:cxn modelId="{ADAA6B70-F072-4EC0-9696-1F3BD8684BA6}" type="presParOf" srcId="{B6539456-683F-44DC-AF0B-5F31AAB82E01}" destId="{02B3297E-6C81-4956-9623-8192D2C0C302}" srcOrd="1" destOrd="0" presId="urn:microsoft.com/office/officeart/2018/2/layout/IconLabelList"/>
    <dgm:cxn modelId="{4E4FE504-90FE-4932-993A-CB2C29CD8258}" type="presParOf" srcId="{B6539456-683F-44DC-AF0B-5F31AAB82E01}" destId="{711AA37B-FEBF-467F-B5FA-58D7AB91D8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BD0BF2-D7F8-4B34-9C36-B18639DEFEC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7110F3C-2C2D-4DEE-A9C8-132AEF2B9E69}">
      <dgm:prSet/>
      <dgm:spPr/>
      <dgm:t>
        <a:bodyPr/>
        <a:lstStyle/>
        <a:p>
          <a:r>
            <a:rPr lang="en-US" b="0" dirty="0">
              <a:solidFill>
                <a:schemeClr val="tx2">
                  <a:lumMod val="20000"/>
                  <a:lumOff val="80000"/>
                </a:schemeClr>
              </a:solidFill>
            </a:rPr>
            <a:t>Background</a:t>
          </a:r>
        </a:p>
      </dgm:t>
    </dgm:pt>
    <dgm:pt modelId="{532D7710-0071-4941-9B9B-4F7AF2D2BD61}" type="parTrans" cxnId="{D3D77439-4913-4DD6-B9CA-FE16F0841FE9}">
      <dgm:prSet/>
      <dgm:spPr/>
      <dgm:t>
        <a:bodyPr/>
        <a:lstStyle/>
        <a:p>
          <a:endParaRPr lang="en-US"/>
        </a:p>
      </dgm:t>
    </dgm:pt>
    <dgm:pt modelId="{378FA11F-09EF-4094-855C-18EA5DA484DF}" type="sibTrans" cxnId="{D3D77439-4913-4DD6-B9CA-FE16F0841FE9}">
      <dgm:prSet/>
      <dgm:spPr/>
      <dgm:t>
        <a:bodyPr/>
        <a:lstStyle/>
        <a:p>
          <a:endParaRPr lang="en-US"/>
        </a:p>
      </dgm:t>
    </dgm:pt>
    <dgm:pt modelId="{7D8BFAD8-C655-45B0-B760-F75A76D1A0FF}">
      <dgm:prSet custT="1"/>
      <dgm:spPr/>
      <dgm:t>
        <a:bodyPr/>
        <a:lstStyle/>
        <a:p>
          <a:r>
            <a:rPr lang="en-US" sz="2800" b="1" dirty="0">
              <a:solidFill>
                <a:schemeClr val="tx1"/>
              </a:solidFill>
            </a:rPr>
            <a:t>Family</a:t>
          </a:r>
        </a:p>
      </dgm:t>
    </dgm:pt>
    <dgm:pt modelId="{696CABC0-4D44-47E5-AFA7-8618910BCE2F}" type="parTrans" cxnId="{DE892C5E-5EC9-4DB4-B52A-0F0E7386D16B}">
      <dgm:prSet/>
      <dgm:spPr/>
      <dgm:t>
        <a:bodyPr/>
        <a:lstStyle/>
        <a:p>
          <a:endParaRPr lang="en-US"/>
        </a:p>
      </dgm:t>
    </dgm:pt>
    <dgm:pt modelId="{0273FA7E-71CA-4F57-B9C6-ADA802D0D772}" type="sibTrans" cxnId="{DE892C5E-5EC9-4DB4-B52A-0F0E7386D16B}">
      <dgm:prSet/>
      <dgm:spPr/>
      <dgm:t>
        <a:bodyPr/>
        <a:lstStyle/>
        <a:p>
          <a:endParaRPr lang="en-US"/>
        </a:p>
      </dgm:t>
    </dgm:pt>
    <dgm:pt modelId="{8B58FC01-1CD2-4DFD-B05A-74077D1F84C8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Schedule</a:t>
          </a:r>
        </a:p>
      </dgm:t>
    </dgm:pt>
    <dgm:pt modelId="{B37FE02C-224F-486B-BBB6-FE857A807D4D}" type="parTrans" cxnId="{734AE220-501B-4A26-A59A-D736C23D6F8D}">
      <dgm:prSet/>
      <dgm:spPr/>
      <dgm:t>
        <a:bodyPr/>
        <a:lstStyle/>
        <a:p>
          <a:endParaRPr lang="en-US"/>
        </a:p>
      </dgm:t>
    </dgm:pt>
    <dgm:pt modelId="{0BA10AA6-3A03-4645-9E00-C0C7E4D4B1F3}" type="sibTrans" cxnId="{734AE220-501B-4A26-A59A-D736C23D6F8D}">
      <dgm:prSet/>
      <dgm:spPr/>
      <dgm:t>
        <a:bodyPr/>
        <a:lstStyle/>
        <a:p>
          <a:endParaRPr lang="en-US"/>
        </a:p>
      </dgm:t>
    </dgm:pt>
    <dgm:pt modelId="{F6006F64-CD92-42C5-A180-3416326985F6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Hobby</a:t>
          </a:r>
        </a:p>
      </dgm:t>
    </dgm:pt>
    <dgm:pt modelId="{48A9B782-273F-4236-8BCC-62C69E61B5B0}" type="parTrans" cxnId="{C8ADF3D5-9252-45B7-8668-2BCE96FE4C26}">
      <dgm:prSet/>
      <dgm:spPr/>
      <dgm:t>
        <a:bodyPr/>
        <a:lstStyle/>
        <a:p>
          <a:endParaRPr lang="en-US"/>
        </a:p>
      </dgm:t>
    </dgm:pt>
    <dgm:pt modelId="{10AEEECE-B1F0-4305-B324-EA98B86EAB65}" type="sibTrans" cxnId="{C8ADF3D5-9252-45B7-8668-2BCE96FE4C26}">
      <dgm:prSet/>
      <dgm:spPr/>
      <dgm:t>
        <a:bodyPr/>
        <a:lstStyle/>
        <a:p>
          <a:endParaRPr lang="en-US"/>
        </a:p>
      </dgm:t>
    </dgm:pt>
    <dgm:pt modelId="{EDDABC57-EF9B-4C98-A3FD-E00D32B8880B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Dream</a:t>
          </a:r>
          <a:r>
            <a:rPr lang="en-US" dirty="0"/>
            <a:t> </a:t>
          </a:r>
        </a:p>
      </dgm:t>
    </dgm:pt>
    <dgm:pt modelId="{7F1008F8-F0C7-4FA5-A748-50749871D99C}" type="parTrans" cxnId="{50A21057-84B0-4FE4-AE57-D339E5BA0A8E}">
      <dgm:prSet/>
      <dgm:spPr/>
      <dgm:t>
        <a:bodyPr/>
        <a:lstStyle/>
        <a:p>
          <a:endParaRPr lang="en-US"/>
        </a:p>
      </dgm:t>
    </dgm:pt>
    <dgm:pt modelId="{C27C66F5-7C82-4611-B2CD-5E608B97D88D}" type="sibTrans" cxnId="{50A21057-84B0-4FE4-AE57-D339E5BA0A8E}">
      <dgm:prSet/>
      <dgm:spPr/>
      <dgm:t>
        <a:bodyPr/>
        <a:lstStyle/>
        <a:p>
          <a:endParaRPr lang="en-US"/>
        </a:p>
      </dgm:t>
    </dgm:pt>
    <dgm:pt modelId="{2B9988CF-E732-47C3-92D8-B2BD88DA3A9C}" type="pres">
      <dgm:prSet presAssocID="{35BD0BF2-D7F8-4B34-9C36-B18639DEFEC0}" presName="root" presStyleCnt="0">
        <dgm:presLayoutVars>
          <dgm:dir/>
          <dgm:resizeHandles val="exact"/>
        </dgm:presLayoutVars>
      </dgm:prSet>
      <dgm:spPr/>
    </dgm:pt>
    <dgm:pt modelId="{B641929D-BDDB-4ACF-BFE5-32DD42F9BF0A}" type="pres">
      <dgm:prSet presAssocID="{E7110F3C-2C2D-4DEE-A9C8-132AEF2B9E69}" presName="compNode" presStyleCnt="0"/>
      <dgm:spPr/>
    </dgm:pt>
    <dgm:pt modelId="{BB0E5A74-A41B-48F5-9FA8-1808634B1E87}" type="pres">
      <dgm:prSet presAssocID="{E7110F3C-2C2D-4DEE-A9C8-132AEF2B9E6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865DA75-8E11-4DA1-AE2C-DEF831F37379}" type="pres">
      <dgm:prSet presAssocID="{E7110F3C-2C2D-4DEE-A9C8-132AEF2B9E69}" presName="spaceRect" presStyleCnt="0"/>
      <dgm:spPr/>
    </dgm:pt>
    <dgm:pt modelId="{AFFED8C5-F73A-44CE-9338-D65F1689783A}" type="pres">
      <dgm:prSet presAssocID="{E7110F3C-2C2D-4DEE-A9C8-132AEF2B9E69}" presName="textRect" presStyleLbl="revTx" presStyleIdx="0" presStyleCnt="5">
        <dgm:presLayoutVars>
          <dgm:chMax val="1"/>
          <dgm:chPref val="1"/>
        </dgm:presLayoutVars>
      </dgm:prSet>
      <dgm:spPr/>
    </dgm:pt>
    <dgm:pt modelId="{DDA369BE-1A66-467E-9D14-9493C9081269}" type="pres">
      <dgm:prSet presAssocID="{378FA11F-09EF-4094-855C-18EA5DA484DF}" presName="sibTrans" presStyleCnt="0"/>
      <dgm:spPr/>
    </dgm:pt>
    <dgm:pt modelId="{0DB34B35-1AED-4163-A985-4B374B3A0BB2}" type="pres">
      <dgm:prSet presAssocID="{7D8BFAD8-C655-45B0-B760-F75A76D1A0FF}" presName="compNode" presStyleCnt="0"/>
      <dgm:spPr/>
    </dgm:pt>
    <dgm:pt modelId="{C455A557-9561-4B4E-A348-14849243ACD1}" type="pres">
      <dgm:prSet presAssocID="{7D8BFAD8-C655-45B0-B760-F75A76D1A0F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laroidPictures"/>
        </a:ext>
      </dgm:extLst>
    </dgm:pt>
    <dgm:pt modelId="{63DDAF84-FBE8-439B-916E-C0FF1EC75B4F}" type="pres">
      <dgm:prSet presAssocID="{7D8BFAD8-C655-45B0-B760-F75A76D1A0FF}" presName="spaceRect" presStyleCnt="0"/>
      <dgm:spPr/>
    </dgm:pt>
    <dgm:pt modelId="{C280F1CC-93F0-4C90-9B37-DBBBA0B36925}" type="pres">
      <dgm:prSet presAssocID="{7D8BFAD8-C655-45B0-B760-F75A76D1A0FF}" presName="textRect" presStyleLbl="revTx" presStyleIdx="1" presStyleCnt="5">
        <dgm:presLayoutVars>
          <dgm:chMax val="1"/>
          <dgm:chPref val="1"/>
        </dgm:presLayoutVars>
      </dgm:prSet>
      <dgm:spPr/>
    </dgm:pt>
    <dgm:pt modelId="{B4C0AF7A-CCD2-460A-9420-F62FD91B5658}" type="pres">
      <dgm:prSet presAssocID="{0273FA7E-71CA-4F57-B9C6-ADA802D0D772}" presName="sibTrans" presStyleCnt="0"/>
      <dgm:spPr/>
    </dgm:pt>
    <dgm:pt modelId="{479B3439-DB1C-4D14-82E7-F15F0EEB8F72}" type="pres">
      <dgm:prSet presAssocID="{8B58FC01-1CD2-4DFD-B05A-74077D1F84C8}" presName="compNode" presStyleCnt="0"/>
      <dgm:spPr/>
    </dgm:pt>
    <dgm:pt modelId="{3140423B-FE74-4B68-B792-2015AABE99F5}" type="pres">
      <dgm:prSet presAssocID="{8B58FC01-1CD2-4DFD-B05A-74077D1F84C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"/>
        </a:ext>
      </dgm:extLst>
    </dgm:pt>
    <dgm:pt modelId="{FE49445E-2CF6-4EA3-81FA-4C14C579833F}" type="pres">
      <dgm:prSet presAssocID="{8B58FC01-1CD2-4DFD-B05A-74077D1F84C8}" presName="spaceRect" presStyleCnt="0"/>
      <dgm:spPr/>
    </dgm:pt>
    <dgm:pt modelId="{20F7B8E0-99B4-46DA-A655-506EF2B0FB0E}" type="pres">
      <dgm:prSet presAssocID="{8B58FC01-1CD2-4DFD-B05A-74077D1F84C8}" presName="textRect" presStyleLbl="revTx" presStyleIdx="2" presStyleCnt="5">
        <dgm:presLayoutVars>
          <dgm:chMax val="1"/>
          <dgm:chPref val="1"/>
        </dgm:presLayoutVars>
      </dgm:prSet>
      <dgm:spPr/>
    </dgm:pt>
    <dgm:pt modelId="{C49AAB97-EFF8-4FC2-B453-5F429B4F0808}" type="pres">
      <dgm:prSet presAssocID="{0BA10AA6-3A03-4645-9E00-C0C7E4D4B1F3}" presName="sibTrans" presStyleCnt="0"/>
      <dgm:spPr/>
    </dgm:pt>
    <dgm:pt modelId="{CDB5F776-B93F-4616-AAD9-BB3A6727EB4F}" type="pres">
      <dgm:prSet presAssocID="{F6006F64-CD92-42C5-A180-3416326985F6}" presName="compNode" presStyleCnt="0"/>
      <dgm:spPr/>
    </dgm:pt>
    <dgm:pt modelId="{094B1E3B-E856-410F-A869-503ACB8DF360}" type="pres">
      <dgm:prSet presAssocID="{F6006F64-CD92-42C5-A180-3416326985F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6E8DCDAF-CD8C-48D4-8B15-306B9FA247E2}" type="pres">
      <dgm:prSet presAssocID="{F6006F64-CD92-42C5-A180-3416326985F6}" presName="spaceRect" presStyleCnt="0"/>
      <dgm:spPr/>
    </dgm:pt>
    <dgm:pt modelId="{0D41D773-A930-4022-B84B-42417B237C20}" type="pres">
      <dgm:prSet presAssocID="{F6006F64-CD92-42C5-A180-3416326985F6}" presName="textRect" presStyleLbl="revTx" presStyleIdx="3" presStyleCnt="5">
        <dgm:presLayoutVars>
          <dgm:chMax val="1"/>
          <dgm:chPref val="1"/>
        </dgm:presLayoutVars>
      </dgm:prSet>
      <dgm:spPr/>
    </dgm:pt>
    <dgm:pt modelId="{D91547C7-1698-4F82-A474-2A1FE614B343}" type="pres">
      <dgm:prSet presAssocID="{10AEEECE-B1F0-4305-B324-EA98B86EAB65}" presName="sibTrans" presStyleCnt="0"/>
      <dgm:spPr/>
    </dgm:pt>
    <dgm:pt modelId="{B6539456-683F-44DC-AF0B-5F31AAB82E01}" type="pres">
      <dgm:prSet presAssocID="{EDDABC57-EF9B-4C98-A3FD-E00D32B8880B}" presName="compNode" presStyleCnt="0"/>
      <dgm:spPr/>
    </dgm:pt>
    <dgm:pt modelId="{2B344B99-DBE5-4359-9165-0F07669AE896}" type="pres">
      <dgm:prSet presAssocID="{EDDABC57-EF9B-4C98-A3FD-E00D32B8880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02B3297E-6C81-4956-9623-8192D2C0C302}" type="pres">
      <dgm:prSet presAssocID="{EDDABC57-EF9B-4C98-A3FD-E00D32B8880B}" presName="spaceRect" presStyleCnt="0"/>
      <dgm:spPr/>
    </dgm:pt>
    <dgm:pt modelId="{711AA37B-FEBF-467F-B5FA-58D7AB91D872}" type="pres">
      <dgm:prSet presAssocID="{EDDABC57-EF9B-4C98-A3FD-E00D32B8880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34AE220-501B-4A26-A59A-D736C23D6F8D}" srcId="{35BD0BF2-D7F8-4B34-9C36-B18639DEFEC0}" destId="{8B58FC01-1CD2-4DFD-B05A-74077D1F84C8}" srcOrd="2" destOrd="0" parTransId="{B37FE02C-224F-486B-BBB6-FE857A807D4D}" sibTransId="{0BA10AA6-3A03-4645-9E00-C0C7E4D4B1F3}"/>
    <dgm:cxn modelId="{D3D77439-4913-4DD6-B9CA-FE16F0841FE9}" srcId="{35BD0BF2-D7F8-4B34-9C36-B18639DEFEC0}" destId="{E7110F3C-2C2D-4DEE-A9C8-132AEF2B9E69}" srcOrd="0" destOrd="0" parTransId="{532D7710-0071-4941-9B9B-4F7AF2D2BD61}" sibTransId="{378FA11F-09EF-4094-855C-18EA5DA484DF}"/>
    <dgm:cxn modelId="{DE892C5E-5EC9-4DB4-B52A-0F0E7386D16B}" srcId="{35BD0BF2-D7F8-4B34-9C36-B18639DEFEC0}" destId="{7D8BFAD8-C655-45B0-B760-F75A76D1A0FF}" srcOrd="1" destOrd="0" parTransId="{696CABC0-4D44-47E5-AFA7-8618910BCE2F}" sibTransId="{0273FA7E-71CA-4F57-B9C6-ADA802D0D772}"/>
    <dgm:cxn modelId="{648D2149-2B09-48DF-BA82-CB1BD67840E7}" type="presOf" srcId="{7D8BFAD8-C655-45B0-B760-F75A76D1A0FF}" destId="{C280F1CC-93F0-4C90-9B37-DBBBA0B36925}" srcOrd="0" destOrd="0" presId="urn:microsoft.com/office/officeart/2018/2/layout/IconLabelList"/>
    <dgm:cxn modelId="{50A21057-84B0-4FE4-AE57-D339E5BA0A8E}" srcId="{35BD0BF2-D7F8-4B34-9C36-B18639DEFEC0}" destId="{EDDABC57-EF9B-4C98-A3FD-E00D32B8880B}" srcOrd="4" destOrd="0" parTransId="{7F1008F8-F0C7-4FA5-A748-50749871D99C}" sibTransId="{C27C66F5-7C82-4611-B2CD-5E608B97D88D}"/>
    <dgm:cxn modelId="{288C0759-7333-4A2C-AD3B-2B269FFB4C97}" type="presOf" srcId="{8B58FC01-1CD2-4DFD-B05A-74077D1F84C8}" destId="{20F7B8E0-99B4-46DA-A655-506EF2B0FB0E}" srcOrd="0" destOrd="0" presId="urn:microsoft.com/office/officeart/2018/2/layout/IconLabelList"/>
    <dgm:cxn modelId="{1DB9E19A-3B78-4FE3-A5A2-BF86134634FF}" type="presOf" srcId="{F6006F64-CD92-42C5-A180-3416326985F6}" destId="{0D41D773-A930-4022-B84B-42417B237C20}" srcOrd="0" destOrd="0" presId="urn:microsoft.com/office/officeart/2018/2/layout/IconLabelList"/>
    <dgm:cxn modelId="{AACDB79C-00C8-42AA-9942-71FE116857CF}" type="presOf" srcId="{35BD0BF2-D7F8-4B34-9C36-B18639DEFEC0}" destId="{2B9988CF-E732-47C3-92D8-B2BD88DA3A9C}" srcOrd="0" destOrd="0" presId="urn:microsoft.com/office/officeart/2018/2/layout/IconLabelList"/>
    <dgm:cxn modelId="{259F24B6-51DC-4DB6-A53B-206759F48AE5}" type="presOf" srcId="{EDDABC57-EF9B-4C98-A3FD-E00D32B8880B}" destId="{711AA37B-FEBF-467F-B5FA-58D7AB91D872}" srcOrd="0" destOrd="0" presId="urn:microsoft.com/office/officeart/2018/2/layout/IconLabelList"/>
    <dgm:cxn modelId="{A1C89BCF-5C11-4F4E-97FE-DDF45C07112B}" type="presOf" srcId="{E7110F3C-2C2D-4DEE-A9C8-132AEF2B9E69}" destId="{AFFED8C5-F73A-44CE-9338-D65F1689783A}" srcOrd="0" destOrd="0" presId="urn:microsoft.com/office/officeart/2018/2/layout/IconLabelList"/>
    <dgm:cxn modelId="{C8ADF3D5-9252-45B7-8668-2BCE96FE4C26}" srcId="{35BD0BF2-D7F8-4B34-9C36-B18639DEFEC0}" destId="{F6006F64-CD92-42C5-A180-3416326985F6}" srcOrd="3" destOrd="0" parTransId="{48A9B782-273F-4236-8BCC-62C69E61B5B0}" sibTransId="{10AEEECE-B1F0-4305-B324-EA98B86EAB65}"/>
    <dgm:cxn modelId="{2CBB55CD-1321-41BF-9EC8-08F06B622583}" type="presParOf" srcId="{2B9988CF-E732-47C3-92D8-B2BD88DA3A9C}" destId="{B641929D-BDDB-4ACF-BFE5-32DD42F9BF0A}" srcOrd="0" destOrd="0" presId="urn:microsoft.com/office/officeart/2018/2/layout/IconLabelList"/>
    <dgm:cxn modelId="{1B91FB95-B0B8-4F4B-8F2E-83CF64A74CF0}" type="presParOf" srcId="{B641929D-BDDB-4ACF-BFE5-32DD42F9BF0A}" destId="{BB0E5A74-A41B-48F5-9FA8-1808634B1E87}" srcOrd="0" destOrd="0" presId="urn:microsoft.com/office/officeart/2018/2/layout/IconLabelList"/>
    <dgm:cxn modelId="{0E09F1C2-671D-4852-B7D3-EBC51C0BDC46}" type="presParOf" srcId="{B641929D-BDDB-4ACF-BFE5-32DD42F9BF0A}" destId="{1865DA75-8E11-4DA1-AE2C-DEF831F37379}" srcOrd="1" destOrd="0" presId="urn:microsoft.com/office/officeart/2018/2/layout/IconLabelList"/>
    <dgm:cxn modelId="{A341981C-CF65-410A-84FD-CB809ECB99E7}" type="presParOf" srcId="{B641929D-BDDB-4ACF-BFE5-32DD42F9BF0A}" destId="{AFFED8C5-F73A-44CE-9338-D65F1689783A}" srcOrd="2" destOrd="0" presId="urn:microsoft.com/office/officeart/2018/2/layout/IconLabelList"/>
    <dgm:cxn modelId="{248A60C6-72CC-41CF-8185-58EE78BA01D6}" type="presParOf" srcId="{2B9988CF-E732-47C3-92D8-B2BD88DA3A9C}" destId="{DDA369BE-1A66-467E-9D14-9493C9081269}" srcOrd="1" destOrd="0" presId="urn:microsoft.com/office/officeart/2018/2/layout/IconLabelList"/>
    <dgm:cxn modelId="{4AAC614D-0165-422F-AA04-7EA978AD1DF3}" type="presParOf" srcId="{2B9988CF-E732-47C3-92D8-B2BD88DA3A9C}" destId="{0DB34B35-1AED-4163-A985-4B374B3A0BB2}" srcOrd="2" destOrd="0" presId="urn:microsoft.com/office/officeart/2018/2/layout/IconLabelList"/>
    <dgm:cxn modelId="{7AD6948E-D95C-4976-83F4-B778374849B1}" type="presParOf" srcId="{0DB34B35-1AED-4163-A985-4B374B3A0BB2}" destId="{C455A557-9561-4B4E-A348-14849243ACD1}" srcOrd="0" destOrd="0" presId="urn:microsoft.com/office/officeart/2018/2/layout/IconLabelList"/>
    <dgm:cxn modelId="{B2C566BB-0AAC-4CE7-B3D9-8EAD6F3A49BD}" type="presParOf" srcId="{0DB34B35-1AED-4163-A985-4B374B3A0BB2}" destId="{63DDAF84-FBE8-439B-916E-C0FF1EC75B4F}" srcOrd="1" destOrd="0" presId="urn:microsoft.com/office/officeart/2018/2/layout/IconLabelList"/>
    <dgm:cxn modelId="{7588769D-FB28-473C-83D6-009DCB13A1A9}" type="presParOf" srcId="{0DB34B35-1AED-4163-A985-4B374B3A0BB2}" destId="{C280F1CC-93F0-4C90-9B37-DBBBA0B36925}" srcOrd="2" destOrd="0" presId="urn:microsoft.com/office/officeart/2018/2/layout/IconLabelList"/>
    <dgm:cxn modelId="{B1D12897-8881-4931-82F4-6CCD2B8BC444}" type="presParOf" srcId="{2B9988CF-E732-47C3-92D8-B2BD88DA3A9C}" destId="{B4C0AF7A-CCD2-460A-9420-F62FD91B5658}" srcOrd="3" destOrd="0" presId="urn:microsoft.com/office/officeart/2018/2/layout/IconLabelList"/>
    <dgm:cxn modelId="{89789E8E-76E5-4A28-9510-F9B41C66D3EF}" type="presParOf" srcId="{2B9988CF-E732-47C3-92D8-B2BD88DA3A9C}" destId="{479B3439-DB1C-4D14-82E7-F15F0EEB8F72}" srcOrd="4" destOrd="0" presId="urn:microsoft.com/office/officeart/2018/2/layout/IconLabelList"/>
    <dgm:cxn modelId="{36879FD8-9848-49BD-B93E-30F363411282}" type="presParOf" srcId="{479B3439-DB1C-4D14-82E7-F15F0EEB8F72}" destId="{3140423B-FE74-4B68-B792-2015AABE99F5}" srcOrd="0" destOrd="0" presId="urn:microsoft.com/office/officeart/2018/2/layout/IconLabelList"/>
    <dgm:cxn modelId="{E6089656-EE3E-4946-AE14-ED16705D0A16}" type="presParOf" srcId="{479B3439-DB1C-4D14-82E7-F15F0EEB8F72}" destId="{FE49445E-2CF6-4EA3-81FA-4C14C579833F}" srcOrd="1" destOrd="0" presId="urn:microsoft.com/office/officeart/2018/2/layout/IconLabelList"/>
    <dgm:cxn modelId="{D1DB01AA-7193-4122-BD11-DCCE7A40096E}" type="presParOf" srcId="{479B3439-DB1C-4D14-82E7-F15F0EEB8F72}" destId="{20F7B8E0-99B4-46DA-A655-506EF2B0FB0E}" srcOrd="2" destOrd="0" presId="urn:microsoft.com/office/officeart/2018/2/layout/IconLabelList"/>
    <dgm:cxn modelId="{CA563E3A-E2DD-4F17-BA51-4894FF3BD9F8}" type="presParOf" srcId="{2B9988CF-E732-47C3-92D8-B2BD88DA3A9C}" destId="{C49AAB97-EFF8-4FC2-B453-5F429B4F0808}" srcOrd="5" destOrd="0" presId="urn:microsoft.com/office/officeart/2018/2/layout/IconLabelList"/>
    <dgm:cxn modelId="{78DF0F5A-436D-4BDF-9F70-E1CE0F0A2FC7}" type="presParOf" srcId="{2B9988CF-E732-47C3-92D8-B2BD88DA3A9C}" destId="{CDB5F776-B93F-4616-AAD9-BB3A6727EB4F}" srcOrd="6" destOrd="0" presId="urn:microsoft.com/office/officeart/2018/2/layout/IconLabelList"/>
    <dgm:cxn modelId="{667EEBCB-8F2D-4C9E-A0A6-BD607A6017E9}" type="presParOf" srcId="{CDB5F776-B93F-4616-AAD9-BB3A6727EB4F}" destId="{094B1E3B-E856-410F-A869-503ACB8DF360}" srcOrd="0" destOrd="0" presId="urn:microsoft.com/office/officeart/2018/2/layout/IconLabelList"/>
    <dgm:cxn modelId="{542E27D7-CD12-48BD-BF5B-1B834566D455}" type="presParOf" srcId="{CDB5F776-B93F-4616-AAD9-BB3A6727EB4F}" destId="{6E8DCDAF-CD8C-48D4-8B15-306B9FA247E2}" srcOrd="1" destOrd="0" presId="urn:microsoft.com/office/officeart/2018/2/layout/IconLabelList"/>
    <dgm:cxn modelId="{9C2249F5-A8AD-4E58-A1C5-BF8FFE6827A4}" type="presParOf" srcId="{CDB5F776-B93F-4616-AAD9-BB3A6727EB4F}" destId="{0D41D773-A930-4022-B84B-42417B237C20}" srcOrd="2" destOrd="0" presId="urn:microsoft.com/office/officeart/2018/2/layout/IconLabelList"/>
    <dgm:cxn modelId="{83D26E18-469A-493F-A6A1-6B2A0296C489}" type="presParOf" srcId="{2B9988CF-E732-47C3-92D8-B2BD88DA3A9C}" destId="{D91547C7-1698-4F82-A474-2A1FE614B343}" srcOrd="7" destOrd="0" presId="urn:microsoft.com/office/officeart/2018/2/layout/IconLabelList"/>
    <dgm:cxn modelId="{45CF08D0-11D9-4EA8-9104-55A99AB68677}" type="presParOf" srcId="{2B9988CF-E732-47C3-92D8-B2BD88DA3A9C}" destId="{B6539456-683F-44DC-AF0B-5F31AAB82E01}" srcOrd="8" destOrd="0" presId="urn:microsoft.com/office/officeart/2018/2/layout/IconLabelList"/>
    <dgm:cxn modelId="{11AE1F45-DD0F-43EA-840E-C3AD2814939E}" type="presParOf" srcId="{B6539456-683F-44DC-AF0B-5F31AAB82E01}" destId="{2B344B99-DBE5-4359-9165-0F07669AE896}" srcOrd="0" destOrd="0" presId="urn:microsoft.com/office/officeart/2018/2/layout/IconLabelList"/>
    <dgm:cxn modelId="{ADAA6B70-F072-4EC0-9696-1F3BD8684BA6}" type="presParOf" srcId="{B6539456-683F-44DC-AF0B-5F31AAB82E01}" destId="{02B3297E-6C81-4956-9623-8192D2C0C302}" srcOrd="1" destOrd="0" presId="urn:microsoft.com/office/officeart/2018/2/layout/IconLabelList"/>
    <dgm:cxn modelId="{4E4FE504-90FE-4932-993A-CB2C29CD8258}" type="presParOf" srcId="{B6539456-683F-44DC-AF0B-5F31AAB82E01}" destId="{711AA37B-FEBF-467F-B5FA-58D7AB91D8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BD0BF2-D7F8-4B34-9C36-B18639DEFEC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7110F3C-2C2D-4DEE-A9C8-132AEF2B9E69}">
      <dgm:prSet/>
      <dgm:spPr/>
      <dgm:t>
        <a:bodyPr/>
        <a:lstStyle/>
        <a:p>
          <a:r>
            <a:rPr lang="en-US" b="0" dirty="0">
              <a:solidFill>
                <a:schemeClr val="tx2">
                  <a:lumMod val="20000"/>
                  <a:lumOff val="80000"/>
                </a:schemeClr>
              </a:solidFill>
            </a:rPr>
            <a:t>Background</a:t>
          </a:r>
        </a:p>
      </dgm:t>
    </dgm:pt>
    <dgm:pt modelId="{532D7710-0071-4941-9B9B-4F7AF2D2BD61}" type="parTrans" cxnId="{D3D77439-4913-4DD6-B9CA-FE16F0841FE9}">
      <dgm:prSet/>
      <dgm:spPr/>
      <dgm:t>
        <a:bodyPr/>
        <a:lstStyle/>
        <a:p>
          <a:endParaRPr lang="en-US"/>
        </a:p>
      </dgm:t>
    </dgm:pt>
    <dgm:pt modelId="{378FA11F-09EF-4094-855C-18EA5DA484DF}" type="sibTrans" cxnId="{D3D77439-4913-4DD6-B9CA-FE16F0841FE9}">
      <dgm:prSet/>
      <dgm:spPr/>
      <dgm:t>
        <a:bodyPr/>
        <a:lstStyle/>
        <a:p>
          <a:endParaRPr lang="en-US"/>
        </a:p>
      </dgm:t>
    </dgm:pt>
    <dgm:pt modelId="{7D8BFAD8-C655-45B0-B760-F75A76D1A0FF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Family</a:t>
          </a:r>
        </a:p>
      </dgm:t>
    </dgm:pt>
    <dgm:pt modelId="{696CABC0-4D44-47E5-AFA7-8618910BCE2F}" type="parTrans" cxnId="{DE892C5E-5EC9-4DB4-B52A-0F0E7386D16B}">
      <dgm:prSet/>
      <dgm:spPr/>
      <dgm:t>
        <a:bodyPr/>
        <a:lstStyle/>
        <a:p>
          <a:endParaRPr lang="en-US"/>
        </a:p>
      </dgm:t>
    </dgm:pt>
    <dgm:pt modelId="{0273FA7E-71CA-4F57-B9C6-ADA802D0D772}" type="sibTrans" cxnId="{DE892C5E-5EC9-4DB4-B52A-0F0E7386D16B}">
      <dgm:prSet/>
      <dgm:spPr/>
      <dgm:t>
        <a:bodyPr/>
        <a:lstStyle/>
        <a:p>
          <a:endParaRPr lang="en-US"/>
        </a:p>
      </dgm:t>
    </dgm:pt>
    <dgm:pt modelId="{8B58FC01-1CD2-4DFD-B05A-74077D1F84C8}">
      <dgm:prSet custT="1"/>
      <dgm:spPr/>
      <dgm:t>
        <a:bodyPr/>
        <a:lstStyle/>
        <a:p>
          <a:r>
            <a:rPr lang="en-US" sz="2800" b="1" dirty="0"/>
            <a:t>Schedule</a:t>
          </a:r>
        </a:p>
        <a:p>
          <a:endParaRPr lang="en-US" sz="2800" b="1" dirty="0"/>
        </a:p>
      </dgm:t>
    </dgm:pt>
    <dgm:pt modelId="{B37FE02C-224F-486B-BBB6-FE857A807D4D}" type="parTrans" cxnId="{734AE220-501B-4A26-A59A-D736C23D6F8D}">
      <dgm:prSet/>
      <dgm:spPr/>
      <dgm:t>
        <a:bodyPr/>
        <a:lstStyle/>
        <a:p>
          <a:endParaRPr lang="en-US"/>
        </a:p>
      </dgm:t>
    </dgm:pt>
    <dgm:pt modelId="{0BA10AA6-3A03-4645-9E00-C0C7E4D4B1F3}" type="sibTrans" cxnId="{734AE220-501B-4A26-A59A-D736C23D6F8D}">
      <dgm:prSet/>
      <dgm:spPr/>
      <dgm:t>
        <a:bodyPr/>
        <a:lstStyle/>
        <a:p>
          <a:endParaRPr lang="en-US"/>
        </a:p>
      </dgm:t>
    </dgm:pt>
    <dgm:pt modelId="{F6006F64-CD92-42C5-A180-3416326985F6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Hobby</a:t>
          </a:r>
        </a:p>
      </dgm:t>
    </dgm:pt>
    <dgm:pt modelId="{48A9B782-273F-4236-8BCC-62C69E61B5B0}" type="parTrans" cxnId="{C8ADF3D5-9252-45B7-8668-2BCE96FE4C26}">
      <dgm:prSet/>
      <dgm:spPr/>
      <dgm:t>
        <a:bodyPr/>
        <a:lstStyle/>
        <a:p>
          <a:endParaRPr lang="en-US"/>
        </a:p>
      </dgm:t>
    </dgm:pt>
    <dgm:pt modelId="{10AEEECE-B1F0-4305-B324-EA98B86EAB65}" type="sibTrans" cxnId="{C8ADF3D5-9252-45B7-8668-2BCE96FE4C26}">
      <dgm:prSet/>
      <dgm:spPr/>
      <dgm:t>
        <a:bodyPr/>
        <a:lstStyle/>
        <a:p>
          <a:endParaRPr lang="en-US"/>
        </a:p>
      </dgm:t>
    </dgm:pt>
    <dgm:pt modelId="{EDDABC57-EF9B-4C98-A3FD-E00D32B8880B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Dream</a:t>
          </a:r>
          <a:r>
            <a:rPr lang="en-US" dirty="0"/>
            <a:t> </a:t>
          </a:r>
        </a:p>
      </dgm:t>
    </dgm:pt>
    <dgm:pt modelId="{7F1008F8-F0C7-4FA5-A748-50749871D99C}" type="parTrans" cxnId="{50A21057-84B0-4FE4-AE57-D339E5BA0A8E}">
      <dgm:prSet/>
      <dgm:spPr/>
      <dgm:t>
        <a:bodyPr/>
        <a:lstStyle/>
        <a:p>
          <a:endParaRPr lang="en-US"/>
        </a:p>
      </dgm:t>
    </dgm:pt>
    <dgm:pt modelId="{C27C66F5-7C82-4611-B2CD-5E608B97D88D}" type="sibTrans" cxnId="{50A21057-84B0-4FE4-AE57-D339E5BA0A8E}">
      <dgm:prSet/>
      <dgm:spPr/>
      <dgm:t>
        <a:bodyPr/>
        <a:lstStyle/>
        <a:p>
          <a:endParaRPr lang="en-US"/>
        </a:p>
      </dgm:t>
    </dgm:pt>
    <dgm:pt modelId="{2B9988CF-E732-47C3-92D8-B2BD88DA3A9C}" type="pres">
      <dgm:prSet presAssocID="{35BD0BF2-D7F8-4B34-9C36-B18639DEFEC0}" presName="root" presStyleCnt="0">
        <dgm:presLayoutVars>
          <dgm:dir/>
          <dgm:resizeHandles val="exact"/>
        </dgm:presLayoutVars>
      </dgm:prSet>
      <dgm:spPr/>
    </dgm:pt>
    <dgm:pt modelId="{B641929D-BDDB-4ACF-BFE5-32DD42F9BF0A}" type="pres">
      <dgm:prSet presAssocID="{E7110F3C-2C2D-4DEE-A9C8-132AEF2B9E69}" presName="compNode" presStyleCnt="0"/>
      <dgm:spPr/>
    </dgm:pt>
    <dgm:pt modelId="{BB0E5A74-A41B-48F5-9FA8-1808634B1E87}" type="pres">
      <dgm:prSet presAssocID="{E7110F3C-2C2D-4DEE-A9C8-132AEF2B9E6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865DA75-8E11-4DA1-AE2C-DEF831F37379}" type="pres">
      <dgm:prSet presAssocID="{E7110F3C-2C2D-4DEE-A9C8-132AEF2B9E69}" presName="spaceRect" presStyleCnt="0"/>
      <dgm:spPr/>
    </dgm:pt>
    <dgm:pt modelId="{AFFED8C5-F73A-44CE-9338-D65F1689783A}" type="pres">
      <dgm:prSet presAssocID="{E7110F3C-2C2D-4DEE-A9C8-132AEF2B9E69}" presName="textRect" presStyleLbl="revTx" presStyleIdx="0" presStyleCnt="5">
        <dgm:presLayoutVars>
          <dgm:chMax val="1"/>
          <dgm:chPref val="1"/>
        </dgm:presLayoutVars>
      </dgm:prSet>
      <dgm:spPr/>
    </dgm:pt>
    <dgm:pt modelId="{DDA369BE-1A66-467E-9D14-9493C9081269}" type="pres">
      <dgm:prSet presAssocID="{378FA11F-09EF-4094-855C-18EA5DA484DF}" presName="sibTrans" presStyleCnt="0"/>
      <dgm:spPr/>
    </dgm:pt>
    <dgm:pt modelId="{0DB34B35-1AED-4163-A985-4B374B3A0BB2}" type="pres">
      <dgm:prSet presAssocID="{7D8BFAD8-C655-45B0-B760-F75A76D1A0FF}" presName="compNode" presStyleCnt="0"/>
      <dgm:spPr/>
    </dgm:pt>
    <dgm:pt modelId="{C455A557-9561-4B4E-A348-14849243ACD1}" type="pres">
      <dgm:prSet presAssocID="{7D8BFAD8-C655-45B0-B760-F75A76D1A0F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laroidPictures"/>
        </a:ext>
      </dgm:extLst>
    </dgm:pt>
    <dgm:pt modelId="{63DDAF84-FBE8-439B-916E-C0FF1EC75B4F}" type="pres">
      <dgm:prSet presAssocID="{7D8BFAD8-C655-45B0-B760-F75A76D1A0FF}" presName="spaceRect" presStyleCnt="0"/>
      <dgm:spPr/>
    </dgm:pt>
    <dgm:pt modelId="{C280F1CC-93F0-4C90-9B37-DBBBA0B36925}" type="pres">
      <dgm:prSet presAssocID="{7D8BFAD8-C655-45B0-B760-F75A76D1A0FF}" presName="textRect" presStyleLbl="revTx" presStyleIdx="1" presStyleCnt="5">
        <dgm:presLayoutVars>
          <dgm:chMax val="1"/>
          <dgm:chPref val="1"/>
        </dgm:presLayoutVars>
      </dgm:prSet>
      <dgm:spPr/>
    </dgm:pt>
    <dgm:pt modelId="{B4C0AF7A-CCD2-460A-9420-F62FD91B5658}" type="pres">
      <dgm:prSet presAssocID="{0273FA7E-71CA-4F57-B9C6-ADA802D0D772}" presName="sibTrans" presStyleCnt="0"/>
      <dgm:spPr/>
    </dgm:pt>
    <dgm:pt modelId="{479B3439-DB1C-4D14-82E7-F15F0EEB8F72}" type="pres">
      <dgm:prSet presAssocID="{8B58FC01-1CD2-4DFD-B05A-74077D1F84C8}" presName="compNode" presStyleCnt="0"/>
      <dgm:spPr/>
    </dgm:pt>
    <dgm:pt modelId="{3140423B-FE74-4B68-B792-2015AABE99F5}" type="pres">
      <dgm:prSet presAssocID="{8B58FC01-1CD2-4DFD-B05A-74077D1F84C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"/>
        </a:ext>
      </dgm:extLst>
    </dgm:pt>
    <dgm:pt modelId="{FE49445E-2CF6-4EA3-81FA-4C14C579833F}" type="pres">
      <dgm:prSet presAssocID="{8B58FC01-1CD2-4DFD-B05A-74077D1F84C8}" presName="spaceRect" presStyleCnt="0"/>
      <dgm:spPr/>
    </dgm:pt>
    <dgm:pt modelId="{20F7B8E0-99B4-46DA-A655-506EF2B0FB0E}" type="pres">
      <dgm:prSet presAssocID="{8B58FC01-1CD2-4DFD-B05A-74077D1F84C8}" presName="textRect" presStyleLbl="revTx" presStyleIdx="2" presStyleCnt="5">
        <dgm:presLayoutVars>
          <dgm:chMax val="1"/>
          <dgm:chPref val="1"/>
        </dgm:presLayoutVars>
      </dgm:prSet>
      <dgm:spPr/>
    </dgm:pt>
    <dgm:pt modelId="{C49AAB97-EFF8-4FC2-B453-5F429B4F0808}" type="pres">
      <dgm:prSet presAssocID="{0BA10AA6-3A03-4645-9E00-C0C7E4D4B1F3}" presName="sibTrans" presStyleCnt="0"/>
      <dgm:spPr/>
    </dgm:pt>
    <dgm:pt modelId="{CDB5F776-B93F-4616-AAD9-BB3A6727EB4F}" type="pres">
      <dgm:prSet presAssocID="{F6006F64-CD92-42C5-A180-3416326985F6}" presName="compNode" presStyleCnt="0"/>
      <dgm:spPr/>
    </dgm:pt>
    <dgm:pt modelId="{094B1E3B-E856-410F-A869-503ACB8DF360}" type="pres">
      <dgm:prSet presAssocID="{F6006F64-CD92-42C5-A180-3416326985F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6E8DCDAF-CD8C-48D4-8B15-306B9FA247E2}" type="pres">
      <dgm:prSet presAssocID="{F6006F64-CD92-42C5-A180-3416326985F6}" presName="spaceRect" presStyleCnt="0"/>
      <dgm:spPr/>
    </dgm:pt>
    <dgm:pt modelId="{0D41D773-A930-4022-B84B-42417B237C20}" type="pres">
      <dgm:prSet presAssocID="{F6006F64-CD92-42C5-A180-3416326985F6}" presName="textRect" presStyleLbl="revTx" presStyleIdx="3" presStyleCnt="5">
        <dgm:presLayoutVars>
          <dgm:chMax val="1"/>
          <dgm:chPref val="1"/>
        </dgm:presLayoutVars>
      </dgm:prSet>
      <dgm:spPr/>
    </dgm:pt>
    <dgm:pt modelId="{D91547C7-1698-4F82-A474-2A1FE614B343}" type="pres">
      <dgm:prSet presAssocID="{10AEEECE-B1F0-4305-B324-EA98B86EAB65}" presName="sibTrans" presStyleCnt="0"/>
      <dgm:spPr/>
    </dgm:pt>
    <dgm:pt modelId="{B6539456-683F-44DC-AF0B-5F31AAB82E01}" type="pres">
      <dgm:prSet presAssocID="{EDDABC57-EF9B-4C98-A3FD-E00D32B8880B}" presName="compNode" presStyleCnt="0"/>
      <dgm:spPr/>
    </dgm:pt>
    <dgm:pt modelId="{2B344B99-DBE5-4359-9165-0F07669AE896}" type="pres">
      <dgm:prSet presAssocID="{EDDABC57-EF9B-4C98-A3FD-E00D32B8880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02B3297E-6C81-4956-9623-8192D2C0C302}" type="pres">
      <dgm:prSet presAssocID="{EDDABC57-EF9B-4C98-A3FD-E00D32B8880B}" presName="spaceRect" presStyleCnt="0"/>
      <dgm:spPr/>
    </dgm:pt>
    <dgm:pt modelId="{711AA37B-FEBF-467F-B5FA-58D7AB91D872}" type="pres">
      <dgm:prSet presAssocID="{EDDABC57-EF9B-4C98-A3FD-E00D32B8880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34AE220-501B-4A26-A59A-D736C23D6F8D}" srcId="{35BD0BF2-D7F8-4B34-9C36-B18639DEFEC0}" destId="{8B58FC01-1CD2-4DFD-B05A-74077D1F84C8}" srcOrd="2" destOrd="0" parTransId="{B37FE02C-224F-486B-BBB6-FE857A807D4D}" sibTransId="{0BA10AA6-3A03-4645-9E00-C0C7E4D4B1F3}"/>
    <dgm:cxn modelId="{D3D77439-4913-4DD6-B9CA-FE16F0841FE9}" srcId="{35BD0BF2-D7F8-4B34-9C36-B18639DEFEC0}" destId="{E7110F3C-2C2D-4DEE-A9C8-132AEF2B9E69}" srcOrd="0" destOrd="0" parTransId="{532D7710-0071-4941-9B9B-4F7AF2D2BD61}" sibTransId="{378FA11F-09EF-4094-855C-18EA5DA484DF}"/>
    <dgm:cxn modelId="{DE892C5E-5EC9-4DB4-B52A-0F0E7386D16B}" srcId="{35BD0BF2-D7F8-4B34-9C36-B18639DEFEC0}" destId="{7D8BFAD8-C655-45B0-B760-F75A76D1A0FF}" srcOrd="1" destOrd="0" parTransId="{696CABC0-4D44-47E5-AFA7-8618910BCE2F}" sibTransId="{0273FA7E-71CA-4F57-B9C6-ADA802D0D772}"/>
    <dgm:cxn modelId="{648D2149-2B09-48DF-BA82-CB1BD67840E7}" type="presOf" srcId="{7D8BFAD8-C655-45B0-B760-F75A76D1A0FF}" destId="{C280F1CC-93F0-4C90-9B37-DBBBA0B36925}" srcOrd="0" destOrd="0" presId="urn:microsoft.com/office/officeart/2018/2/layout/IconLabelList"/>
    <dgm:cxn modelId="{50A21057-84B0-4FE4-AE57-D339E5BA0A8E}" srcId="{35BD0BF2-D7F8-4B34-9C36-B18639DEFEC0}" destId="{EDDABC57-EF9B-4C98-A3FD-E00D32B8880B}" srcOrd="4" destOrd="0" parTransId="{7F1008F8-F0C7-4FA5-A748-50749871D99C}" sibTransId="{C27C66F5-7C82-4611-B2CD-5E608B97D88D}"/>
    <dgm:cxn modelId="{288C0759-7333-4A2C-AD3B-2B269FFB4C97}" type="presOf" srcId="{8B58FC01-1CD2-4DFD-B05A-74077D1F84C8}" destId="{20F7B8E0-99B4-46DA-A655-506EF2B0FB0E}" srcOrd="0" destOrd="0" presId="urn:microsoft.com/office/officeart/2018/2/layout/IconLabelList"/>
    <dgm:cxn modelId="{1DB9E19A-3B78-4FE3-A5A2-BF86134634FF}" type="presOf" srcId="{F6006F64-CD92-42C5-A180-3416326985F6}" destId="{0D41D773-A930-4022-B84B-42417B237C20}" srcOrd="0" destOrd="0" presId="urn:microsoft.com/office/officeart/2018/2/layout/IconLabelList"/>
    <dgm:cxn modelId="{AACDB79C-00C8-42AA-9942-71FE116857CF}" type="presOf" srcId="{35BD0BF2-D7F8-4B34-9C36-B18639DEFEC0}" destId="{2B9988CF-E732-47C3-92D8-B2BD88DA3A9C}" srcOrd="0" destOrd="0" presId="urn:microsoft.com/office/officeart/2018/2/layout/IconLabelList"/>
    <dgm:cxn modelId="{259F24B6-51DC-4DB6-A53B-206759F48AE5}" type="presOf" srcId="{EDDABC57-EF9B-4C98-A3FD-E00D32B8880B}" destId="{711AA37B-FEBF-467F-B5FA-58D7AB91D872}" srcOrd="0" destOrd="0" presId="urn:microsoft.com/office/officeart/2018/2/layout/IconLabelList"/>
    <dgm:cxn modelId="{A1C89BCF-5C11-4F4E-97FE-DDF45C07112B}" type="presOf" srcId="{E7110F3C-2C2D-4DEE-A9C8-132AEF2B9E69}" destId="{AFFED8C5-F73A-44CE-9338-D65F1689783A}" srcOrd="0" destOrd="0" presId="urn:microsoft.com/office/officeart/2018/2/layout/IconLabelList"/>
    <dgm:cxn modelId="{C8ADF3D5-9252-45B7-8668-2BCE96FE4C26}" srcId="{35BD0BF2-D7F8-4B34-9C36-B18639DEFEC0}" destId="{F6006F64-CD92-42C5-A180-3416326985F6}" srcOrd="3" destOrd="0" parTransId="{48A9B782-273F-4236-8BCC-62C69E61B5B0}" sibTransId="{10AEEECE-B1F0-4305-B324-EA98B86EAB65}"/>
    <dgm:cxn modelId="{2CBB55CD-1321-41BF-9EC8-08F06B622583}" type="presParOf" srcId="{2B9988CF-E732-47C3-92D8-B2BD88DA3A9C}" destId="{B641929D-BDDB-4ACF-BFE5-32DD42F9BF0A}" srcOrd="0" destOrd="0" presId="urn:microsoft.com/office/officeart/2018/2/layout/IconLabelList"/>
    <dgm:cxn modelId="{1B91FB95-B0B8-4F4B-8F2E-83CF64A74CF0}" type="presParOf" srcId="{B641929D-BDDB-4ACF-BFE5-32DD42F9BF0A}" destId="{BB0E5A74-A41B-48F5-9FA8-1808634B1E87}" srcOrd="0" destOrd="0" presId="urn:microsoft.com/office/officeart/2018/2/layout/IconLabelList"/>
    <dgm:cxn modelId="{0E09F1C2-671D-4852-B7D3-EBC51C0BDC46}" type="presParOf" srcId="{B641929D-BDDB-4ACF-BFE5-32DD42F9BF0A}" destId="{1865DA75-8E11-4DA1-AE2C-DEF831F37379}" srcOrd="1" destOrd="0" presId="urn:microsoft.com/office/officeart/2018/2/layout/IconLabelList"/>
    <dgm:cxn modelId="{A341981C-CF65-410A-84FD-CB809ECB99E7}" type="presParOf" srcId="{B641929D-BDDB-4ACF-BFE5-32DD42F9BF0A}" destId="{AFFED8C5-F73A-44CE-9338-D65F1689783A}" srcOrd="2" destOrd="0" presId="urn:microsoft.com/office/officeart/2018/2/layout/IconLabelList"/>
    <dgm:cxn modelId="{248A60C6-72CC-41CF-8185-58EE78BA01D6}" type="presParOf" srcId="{2B9988CF-E732-47C3-92D8-B2BD88DA3A9C}" destId="{DDA369BE-1A66-467E-9D14-9493C9081269}" srcOrd="1" destOrd="0" presId="urn:microsoft.com/office/officeart/2018/2/layout/IconLabelList"/>
    <dgm:cxn modelId="{4AAC614D-0165-422F-AA04-7EA978AD1DF3}" type="presParOf" srcId="{2B9988CF-E732-47C3-92D8-B2BD88DA3A9C}" destId="{0DB34B35-1AED-4163-A985-4B374B3A0BB2}" srcOrd="2" destOrd="0" presId="urn:microsoft.com/office/officeart/2018/2/layout/IconLabelList"/>
    <dgm:cxn modelId="{7AD6948E-D95C-4976-83F4-B778374849B1}" type="presParOf" srcId="{0DB34B35-1AED-4163-A985-4B374B3A0BB2}" destId="{C455A557-9561-4B4E-A348-14849243ACD1}" srcOrd="0" destOrd="0" presId="urn:microsoft.com/office/officeart/2018/2/layout/IconLabelList"/>
    <dgm:cxn modelId="{B2C566BB-0AAC-4CE7-B3D9-8EAD6F3A49BD}" type="presParOf" srcId="{0DB34B35-1AED-4163-A985-4B374B3A0BB2}" destId="{63DDAF84-FBE8-439B-916E-C0FF1EC75B4F}" srcOrd="1" destOrd="0" presId="urn:microsoft.com/office/officeart/2018/2/layout/IconLabelList"/>
    <dgm:cxn modelId="{7588769D-FB28-473C-83D6-009DCB13A1A9}" type="presParOf" srcId="{0DB34B35-1AED-4163-A985-4B374B3A0BB2}" destId="{C280F1CC-93F0-4C90-9B37-DBBBA0B36925}" srcOrd="2" destOrd="0" presId="urn:microsoft.com/office/officeart/2018/2/layout/IconLabelList"/>
    <dgm:cxn modelId="{B1D12897-8881-4931-82F4-6CCD2B8BC444}" type="presParOf" srcId="{2B9988CF-E732-47C3-92D8-B2BD88DA3A9C}" destId="{B4C0AF7A-CCD2-460A-9420-F62FD91B5658}" srcOrd="3" destOrd="0" presId="urn:microsoft.com/office/officeart/2018/2/layout/IconLabelList"/>
    <dgm:cxn modelId="{89789E8E-76E5-4A28-9510-F9B41C66D3EF}" type="presParOf" srcId="{2B9988CF-E732-47C3-92D8-B2BD88DA3A9C}" destId="{479B3439-DB1C-4D14-82E7-F15F0EEB8F72}" srcOrd="4" destOrd="0" presId="urn:microsoft.com/office/officeart/2018/2/layout/IconLabelList"/>
    <dgm:cxn modelId="{36879FD8-9848-49BD-B93E-30F363411282}" type="presParOf" srcId="{479B3439-DB1C-4D14-82E7-F15F0EEB8F72}" destId="{3140423B-FE74-4B68-B792-2015AABE99F5}" srcOrd="0" destOrd="0" presId="urn:microsoft.com/office/officeart/2018/2/layout/IconLabelList"/>
    <dgm:cxn modelId="{E6089656-EE3E-4946-AE14-ED16705D0A16}" type="presParOf" srcId="{479B3439-DB1C-4D14-82E7-F15F0EEB8F72}" destId="{FE49445E-2CF6-4EA3-81FA-4C14C579833F}" srcOrd="1" destOrd="0" presId="urn:microsoft.com/office/officeart/2018/2/layout/IconLabelList"/>
    <dgm:cxn modelId="{D1DB01AA-7193-4122-BD11-DCCE7A40096E}" type="presParOf" srcId="{479B3439-DB1C-4D14-82E7-F15F0EEB8F72}" destId="{20F7B8E0-99B4-46DA-A655-506EF2B0FB0E}" srcOrd="2" destOrd="0" presId="urn:microsoft.com/office/officeart/2018/2/layout/IconLabelList"/>
    <dgm:cxn modelId="{CA563E3A-E2DD-4F17-BA51-4894FF3BD9F8}" type="presParOf" srcId="{2B9988CF-E732-47C3-92D8-B2BD88DA3A9C}" destId="{C49AAB97-EFF8-4FC2-B453-5F429B4F0808}" srcOrd="5" destOrd="0" presId="urn:microsoft.com/office/officeart/2018/2/layout/IconLabelList"/>
    <dgm:cxn modelId="{78DF0F5A-436D-4BDF-9F70-E1CE0F0A2FC7}" type="presParOf" srcId="{2B9988CF-E732-47C3-92D8-B2BD88DA3A9C}" destId="{CDB5F776-B93F-4616-AAD9-BB3A6727EB4F}" srcOrd="6" destOrd="0" presId="urn:microsoft.com/office/officeart/2018/2/layout/IconLabelList"/>
    <dgm:cxn modelId="{667EEBCB-8F2D-4C9E-A0A6-BD607A6017E9}" type="presParOf" srcId="{CDB5F776-B93F-4616-AAD9-BB3A6727EB4F}" destId="{094B1E3B-E856-410F-A869-503ACB8DF360}" srcOrd="0" destOrd="0" presId="urn:microsoft.com/office/officeart/2018/2/layout/IconLabelList"/>
    <dgm:cxn modelId="{542E27D7-CD12-48BD-BF5B-1B834566D455}" type="presParOf" srcId="{CDB5F776-B93F-4616-AAD9-BB3A6727EB4F}" destId="{6E8DCDAF-CD8C-48D4-8B15-306B9FA247E2}" srcOrd="1" destOrd="0" presId="urn:microsoft.com/office/officeart/2018/2/layout/IconLabelList"/>
    <dgm:cxn modelId="{9C2249F5-A8AD-4E58-A1C5-BF8FFE6827A4}" type="presParOf" srcId="{CDB5F776-B93F-4616-AAD9-BB3A6727EB4F}" destId="{0D41D773-A930-4022-B84B-42417B237C20}" srcOrd="2" destOrd="0" presId="urn:microsoft.com/office/officeart/2018/2/layout/IconLabelList"/>
    <dgm:cxn modelId="{83D26E18-469A-493F-A6A1-6B2A0296C489}" type="presParOf" srcId="{2B9988CF-E732-47C3-92D8-B2BD88DA3A9C}" destId="{D91547C7-1698-4F82-A474-2A1FE614B343}" srcOrd="7" destOrd="0" presId="urn:microsoft.com/office/officeart/2018/2/layout/IconLabelList"/>
    <dgm:cxn modelId="{45CF08D0-11D9-4EA8-9104-55A99AB68677}" type="presParOf" srcId="{2B9988CF-E732-47C3-92D8-B2BD88DA3A9C}" destId="{B6539456-683F-44DC-AF0B-5F31AAB82E01}" srcOrd="8" destOrd="0" presId="urn:microsoft.com/office/officeart/2018/2/layout/IconLabelList"/>
    <dgm:cxn modelId="{11AE1F45-DD0F-43EA-840E-C3AD2814939E}" type="presParOf" srcId="{B6539456-683F-44DC-AF0B-5F31AAB82E01}" destId="{2B344B99-DBE5-4359-9165-0F07669AE896}" srcOrd="0" destOrd="0" presId="urn:microsoft.com/office/officeart/2018/2/layout/IconLabelList"/>
    <dgm:cxn modelId="{ADAA6B70-F072-4EC0-9696-1F3BD8684BA6}" type="presParOf" srcId="{B6539456-683F-44DC-AF0B-5F31AAB82E01}" destId="{02B3297E-6C81-4956-9623-8192D2C0C302}" srcOrd="1" destOrd="0" presId="urn:microsoft.com/office/officeart/2018/2/layout/IconLabelList"/>
    <dgm:cxn modelId="{4E4FE504-90FE-4932-993A-CB2C29CD8258}" type="presParOf" srcId="{B6539456-683F-44DC-AF0B-5F31AAB82E01}" destId="{711AA37B-FEBF-467F-B5FA-58D7AB91D8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5BD0BF2-D7F8-4B34-9C36-B18639DEFEC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7110F3C-2C2D-4DEE-A9C8-132AEF2B9E69}">
      <dgm:prSet/>
      <dgm:spPr/>
      <dgm:t>
        <a:bodyPr/>
        <a:lstStyle/>
        <a:p>
          <a:r>
            <a:rPr lang="en-US" b="0" dirty="0">
              <a:solidFill>
                <a:schemeClr val="tx2">
                  <a:lumMod val="20000"/>
                  <a:lumOff val="80000"/>
                </a:schemeClr>
              </a:solidFill>
            </a:rPr>
            <a:t>Background</a:t>
          </a:r>
        </a:p>
      </dgm:t>
    </dgm:pt>
    <dgm:pt modelId="{532D7710-0071-4941-9B9B-4F7AF2D2BD61}" type="parTrans" cxnId="{D3D77439-4913-4DD6-B9CA-FE16F0841FE9}">
      <dgm:prSet/>
      <dgm:spPr/>
      <dgm:t>
        <a:bodyPr/>
        <a:lstStyle/>
        <a:p>
          <a:endParaRPr lang="en-US"/>
        </a:p>
      </dgm:t>
    </dgm:pt>
    <dgm:pt modelId="{378FA11F-09EF-4094-855C-18EA5DA484DF}" type="sibTrans" cxnId="{D3D77439-4913-4DD6-B9CA-FE16F0841FE9}">
      <dgm:prSet/>
      <dgm:spPr/>
      <dgm:t>
        <a:bodyPr/>
        <a:lstStyle/>
        <a:p>
          <a:endParaRPr lang="en-US"/>
        </a:p>
      </dgm:t>
    </dgm:pt>
    <dgm:pt modelId="{7D8BFAD8-C655-45B0-B760-F75A76D1A0FF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Family</a:t>
          </a:r>
        </a:p>
      </dgm:t>
    </dgm:pt>
    <dgm:pt modelId="{696CABC0-4D44-47E5-AFA7-8618910BCE2F}" type="parTrans" cxnId="{DE892C5E-5EC9-4DB4-B52A-0F0E7386D16B}">
      <dgm:prSet/>
      <dgm:spPr/>
      <dgm:t>
        <a:bodyPr/>
        <a:lstStyle/>
        <a:p>
          <a:endParaRPr lang="en-US"/>
        </a:p>
      </dgm:t>
    </dgm:pt>
    <dgm:pt modelId="{0273FA7E-71CA-4F57-B9C6-ADA802D0D772}" type="sibTrans" cxnId="{DE892C5E-5EC9-4DB4-B52A-0F0E7386D16B}">
      <dgm:prSet/>
      <dgm:spPr/>
      <dgm:t>
        <a:bodyPr/>
        <a:lstStyle/>
        <a:p>
          <a:endParaRPr lang="en-US"/>
        </a:p>
      </dgm:t>
    </dgm:pt>
    <dgm:pt modelId="{8B58FC01-1CD2-4DFD-B05A-74077D1F84C8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Schedule</a:t>
          </a:r>
        </a:p>
        <a:p>
          <a:endParaRPr lang="en-US" dirty="0">
            <a:solidFill>
              <a:schemeClr val="tx2">
                <a:lumMod val="20000"/>
                <a:lumOff val="80000"/>
              </a:schemeClr>
            </a:solidFill>
          </a:endParaRPr>
        </a:p>
      </dgm:t>
    </dgm:pt>
    <dgm:pt modelId="{B37FE02C-224F-486B-BBB6-FE857A807D4D}" type="parTrans" cxnId="{734AE220-501B-4A26-A59A-D736C23D6F8D}">
      <dgm:prSet/>
      <dgm:spPr/>
      <dgm:t>
        <a:bodyPr/>
        <a:lstStyle/>
        <a:p>
          <a:endParaRPr lang="en-US"/>
        </a:p>
      </dgm:t>
    </dgm:pt>
    <dgm:pt modelId="{0BA10AA6-3A03-4645-9E00-C0C7E4D4B1F3}" type="sibTrans" cxnId="{734AE220-501B-4A26-A59A-D736C23D6F8D}">
      <dgm:prSet/>
      <dgm:spPr/>
      <dgm:t>
        <a:bodyPr/>
        <a:lstStyle/>
        <a:p>
          <a:endParaRPr lang="en-US"/>
        </a:p>
      </dgm:t>
    </dgm:pt>
    <dgm:pt modelId="{F6006F64-CD92-42C5-A180-3416326985F6}">
      <dgm:prSet custT="1"/>
      <dgm:spPr/>
      <dgm:t>
        <a:bodyPr/>
        <a:lstStyle/>
        <a:p>
          <a:r>
            <a:rPr lang="en-US" sz="2800" b="1" dirty="0"/>
            <a:t>Hobby</a:t>
          </a:r>
        </a:p>
      </dgm:t>
    </dgm:pt>
    <dgm:pt modelId="{48A9B782-273F-4236-8BCC-62C69E61B5B0}" type="parTrans" cxnId="{C8ADF3D5-9252-45B7-8668-2BCE96FE4C26}">
      <dgm:prSet/>
      <dgm:spPr/>
      <dgm:t>
        <a:bodyPr/>
        <a:lstStyle/>
        <a:p>
          <a:endParaRPr lang="en-US"/>
        </a:p>
      </dgm:t>
    </dgm:pt>
    <dgm:pt modelId="{10AEEECE-B1F0-4305-B324-EA98B86EAB65}" type="sibTrans" cxnId="{C8ADF3D5-9252-45B7-8668-2BCE96FE4C26}">
      <dgm:prSet/>
      <dgm:spPr/>
      <dgm:t>
        <a:bodyPr/>
        <a:lstStyle/>
        <a:p>
          <a:endParaRPr lang="en-US"/>
        </a:p>
      </dgm:t>
    </dgm:pt>
    <dgm:pt modelId="{EDDABC57-EF9B-4C98-A3FD-E00D32B8880B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Dream </a:t>
          </a:r>
        </a:p>
      </dgm:t>
    </dgm:pt>
    <dgm:pt modelId="{7F1008F8-F0C7-4FA5-A748-50749871D99C}" type="parTrans" cxnId="{50A21057-84B0-4FE4-AE57-D339E5BA0A8E}">
      <dgm:prSet/>
      <dgm:spPr/>
      <dgm:t>
        <a:bodyPr/>
        <a:lstStyle/>
        <a:p>
          <a:endParaRPr lang="en-US"/>
        </a:p>
      </dgm:t>
    </dgm:pt>
    <dgm:pt modelId="{C27C66F5-7C82-4611-B2CD-5E608B97D88D}" type="sibTrans" cxnId="{50A21057-84B0-4FE4-AE57-D339E5BA0A8E}">
      <dgm:prSet/>
      <dgm:spPr/>
      <dgm:t>
        <a:bodyPr/>
        <a:lstStyle/>
        <a:p>
          <a:endParaRPr lang="en-US"/>
        </a:p>
      </dgm:t>
    </dgm:pt>
    <dgm:pt modelId="{2B9988CF-E732-47C3-92D8-B2BD88DA3A9C}" type="pres">
      <dgm:prSet presAssocID="{35BD0BF2-D7F8-4B34-9C36-B18639DEFEC0}" presName="root" presStyleCnt="0">
        <dgm:presLayoutVars>
          <dgm:dir/>
          <dgm:resizeHandles val="exact"/>
        </dgm:presLayoutVars>
      </dgm:prSet>
      <dgm:spPr/>
    </dgm:pt>
    <dgm:pt modelId="{B641929D-BDDB-4ACF-BFE5-32DD42F9BF0A}" type="pres">
      <dgm:prSet presAssocID="{E7110F3C-2C2D-4DEE-A9C8-132AEF2B9E69}" presName="compNode" presStyleCnt="0"/>
      <dgm:spPr/>
    </dgm:pt>
    <dgm:pt modelId="{BB0E5A74-A41B-48F5-9FA8-1808634B1E87}" type="pres">
      <dgm:prSet presAssocID="{E7110F3C-2C2D-4DEE-A9C8-132AEF2B9E6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865DA75-8E11-4DA1-AE2C-DEF831F37379}" type="pres">
      <dgm:prSet presAssocID="{E7110F3C-2C2D-4DEE-A9C8-132AEF2B9E69}" presName="spaceRect" presStyleCnt="0"/>
      <dgm:spPr/>
    </dgm:pt>
    <dgm:pt modelId="{AFFED8C5-F73A-44CE-9338-D65F1689783A}" type="pres">
      <dgm:prSet presAssocID="{E7110F3C-2C2D-4DEE-A9C8-132AEF2B9E69}" presName="textRect" presStyleLbl="revTx" presStyleIdx="0" presStyleCnt="5">
        <dgm:presLayoutVars>
          <dgm:chMax val="1"/>
          <dgm:chPref val="1"/>
        </dgm:presLayoutVars>
      </dgm:prSet>
      <dgm:spPr/>
    </dgm:pt>
    <dgm:pt modelId="{DDA369BE-1A66-467E-9D14-9493C9081269}" type="pres">
      <dgm:prSet presAssocID="{378FA11F-09EF-4094-855C-18EA5DA484DF}" presName="sibTrans" presStyleCnt="0"/>
      <dgm:spPr/>
    </dgm:pt>
    <dgm:pt modelId="{0DB34B35-1AED-4163-A985-4B374B3A0BB2}" type="pres">
      <dgm:prSet presAssocID="{7D8BFAD8-C655-45B0-B760-F75A76D1A0FF}" presName="compNode" presStyleCnt="0"/>
      <dgm:spPr/>
    </dgm:pt>
    <dgm:pt modelId="{C455A557-9561-4B4E-A348-14849243ACD1}" type="pres">
      <dgm:prSet presAssocID="{7D8BFAD8-C655-45B0-B760-F75A76D1A0F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laroidPictures"/>
        </a:ext>
      </dgm:extLst>
    </dgm:pt>
    <dgm:pt modelId="{63DDAF84-FBE8-439B-916E-C0FF1EC75B4F}" type="pres">
      <dgm:prSet presAssocID="{7D8BFAD8-C655-45B0-B760-F75A76D1A0FF}" presName="spaceRect" presStyleCnt="0"/>
      <dgm:spPr/>
    </dgm:pt>
    <dgm:pt modelId="{C280F1CC-93F0-4C90-9B37-DBBBA0B36925}" type="pres">
      <dgm:prSet presAssocID="{7D8BFAD8-C655-45B0-B760-F75A76D1A0FF}" presName="textRect" presStyleLbl="revTx" presStyleIdx="1" presStyleCnt="5">
        <dgm:presLayoutVars>
          <dgm:chMax val="1"/>
          <dgm:chPref val="1"/>
        </dgm:presLayoutVars>
      </dgm:prSet>
      <dgm:spPr/>
    </dgm:pt>
    <dgm:pt modelId="{B4C0AF7A-CCD2-460A-9420-F62FD91B5658}" type="pres">
      <dgm:prSet presAssocID="{0273FA7E-71CA-4F57-B9C6-ADA802D0D772}" presName="sibTrans" presStyleCnt="0"/>
      <dgm:spPr/>
    </dgm:pt>
    <dgm:pt modelId="{479B3439-DB1C-4D14-82E7-F15F0EEB8F72}" type="pres">
      <dgm:prSet presAssocID="{8B58FC01-1CD2-4DFD-B05A-74077D1F84C8}" presName="compNode" presStyleCnt="0"/>
      <dgm:spPr/>
    </dgm:pt>
    <dgm:pt modelId="{3140423B-FE74-4B68-B792-2015AABE99F5}" type="pres">
      <dgm:prSet presAssocID="{8B58FC01-1CD2-4DFD-B05A-74077D1F84C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"/>
        </a:ext>
      </dgm:extLst>
    </dgm:pt>
    <dgm:pt modelId="{FE49445E-2CF6-4EA3-81FA-4C14C579833F}" type="pres">
      <dgm:prSet presAssocID="{8B58FC01-1CD2-4DFD-B05A-74077D1F84C8}" presName="spaceRect" presStyleCnt="0"/>
      <dgm:spPr/>
    </dgm:pt>
    <dgm:pt modelId="{20F7B8E0-99B4-46DA-A655-506EF2B0FB0E}" type="pres">
      <dgm:prSet presAssocID="{8B58FC01-1CD2-4DFD-B05A-74077D1F84C8}" presName="textRect" presStyleLbl="revTx" presStyleIdx="2" presStyleCnt="5">
        <dgm:presLayoutVars>
          <dgm:chMax val="1"/>
          <dgm:chPref val="1"/>
        </dgm:presLayoutVars>
      </dgm:prSet>
      <dgm:spPr/>
    </dgm:pt>
    <dgm:pt modelId="{C49AAB97-EFF8-4FC2-B453-5F429B4F0808}" type="pres">
      <dgm:prSet presAssocID="{0BA10AA6-3A03-4645-9E00-C0C7E4D4B1F3}" presName="sibTrans" presStyleCnt="0"/>
      <dgm:spPr/>
    </dgm:pt>
    <dgm:pt modelId="{CDB5F776-B93F-4616-AAD9-BB3A6727EB4F}" type="pres">
      <dgm:prSet presAssocID="{F6006F64-CD92-42C5-A180-3416326985F6}" presName="compNode" presStyleCnt="0"/>
      <dgm:spPr/>
    </dgm:pt>
    <dgm:pt modelId="{094B1E3B-E856-410F-A869-503ACB8DF360}" type="pres">
      <dgm:prSet presAssocID="{F6006F64-CD92-42C5-A180-3416326985F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6E8DCDAF-CD8C-48D4-8B15-306B9FA247E2}" type="pres">
      <dgm:prSet presAssocID="{F6006F64-CD92-42C5-A180-3416326985F6}" presName="spaceRect" presStyleCnt="0"/>
      <dgm:spPr/>
    </dgm:pt>
    <dgm:pt modelId="{0D41D773-A930-4022-B84B-42417B237C20}" type="pres">
      <dgm:prSet presAssocID="{F6006F64-CD92-42C5-A180-3416326985F6}" presName="textRect" presStyleLbl="revTx" presStyleIdx="3" presStyleCnt="5">
        <dgm:presLayoutVars>
          <dgm:chMax val="1"/>
          <dgm:chPref val="1"/>
        </dgm:presLayoutVars>
      </dgm:prSet>
      <dgm:spPr/>
    </dgm:pt>
    <dgm:pt modelId="{D91547C7-1698-4F82-A474-2A1FE614B343}" type="pres">
      <dgm:prSet presAssocID="{10AEEECE-B1F0-4305-B324-EA98B86EAB65}" presName="sibTrans" presStyleCnt="0"/>
      <dgm:spPr/>
    </dgm:pt>
    <dgm:pt modelId="{B6539456-683F-44DC-AF0B-5F31AAB82E01}" type="pres">
      <dgm:prSet presAssocID="{EDDABC57-EF9B-4C98-A3FD-E00D32B8880B}" presName="compNode" presStyleCnt="0"/>
      <dgm:spPr/>
    </dgm:pt>
    <dgm:pt modelId="{2B344B99-DBE5-4359-9165-0F07669AE896}" type="pres">
      <dgm:prSet presAssocID="{EDDABC57-EF9B-4C98-A3FD-E00D32B8880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02B3297E-6C81-4956-9623-8192D2C0C302}" type="pres">
      <dgm:prSet presAssocID="{EDDABC57-EF9B-4C98-A3FD-E00D32B8880B}" presName="spaceRect" presStyleCnt="0"/>
      <dgm:spPr/>
    </dgm:pt>
    <dgm:pt modelId="{711AA37B-FEBF-467F-B5FA-58D7AB91D872}" type="pres">
      <dgm:prSet presAssocID="{EDDABC57-EF9B-4C98-A3FD-E00D32B8880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34AE220-501B-4A26-A59A-D736C23D6F8D}" srcId="{35BD0BF2-D7F8-4B34-9C36-B18639DEFEC0}" destId="{8B58FC01-1CD2-4DFD-B05A-74077D1F84C8}" srcOrd="2" destOrd="0" parTransId="{B37FE02C-224F-486B-BBB6-FE857A807D4D}" sibTransId="{0BA10AA6-3A03-4645-9E00-C0C7E4D4B1F3}"/>
    <dgm:cxn modelId="{D3D77439-4913-4DD6-B9CA-FE16F0841FE9}" srcId="{35BD0BF2-D7F8-4B34-9C36-B18639DEFEC0}" destId="{E7110F3C-2C2D-4DEE-A9C8-132AEF2B9E69}" srcOrd="0" destOrd="0" parTransId="{532D7710-0071-4941-9B9B-4F7AF2D2BD61}" sibTransId="{378FA11F-09EF-4094-855C-18EA5DA484DF}"/>
    <dgm:cxn modelId="{DE892C5E-5EC9-4DB4-B52A-0F0E7386D16B}" srcId="{35BD0BF2-D7F8-4B34-9C36-B18639DEFEC0}" destId="{7D8BFAD8-C655-45B0-B760-F75A76D1A0FF}" srcOrd="1" destOrd="0" parTransId="{696CABC0-4D44-47E5-AFA7-8618910BCE2F}" sibTransId="{0273FA7E-71CA-4F57-B9C6-ADA802D0D772}"/>
    <dgm:cxn modelId="{648D2149-2B09-48DF-BA82-CB1BD67840E7}" type="presOf" srcId="{7D8BFAD8-C655-45B0-B760-F75A76D1A0FF}" destId="{C280F1CC-93F0-4C90-9B37-DBBBA0B36925}" srcOrd="0" destOrd="0" presId="urn:microsoft.com/office/officeart/2018/2/layout/IconLabelList"/>
    <dgm:cxn modelId="{50A21057-84B0-4FE4-AE57-D339E5BA0A8E}" srcId="{35BD0BF2-D7F8-4B34-9C36-B18639DEFEC0}" destId="{EDDABC57-EF9B-4C98-A3FD-E00D32B8880B}" srcOrd="4" destOrd="0" parTransId="{7F1008F8-F0C7-4FA5-A748-50749871D99C}" sibTransId="{C27C66F5-7C82-4611-B2CD-5E608B97D88D}"/>
    <dgm:cxn modelId="{288C0759-7333-4A2C-AD3B-2B269FFB4C97}" type="presOf" srcId="{8B58FC01-1CD2-4DFD-B05A-74077D1F84C8}" destId="{20F7B8E0-99B4-46DA-A655-506EF2B0FB0E}" srcOrd="0" destOrd="0" presId="urn:microsoft.com/office/officeart/2018/2/layout/IconLabelList"/>
    <dgm:cxn modelId="{1DB9E19A-3B78-4FE3-A5A2-BF86134634FF}" type="presOf" srcId="{F6006F64-CD92-42C5-A180-3416326985F6}" destId="{0D41D773-A930-4022-B84B-42417B237C20}" srcOrd="0" destOrd="0" presId="urn:microsoft.com/office/officeart/2018/2/layout/IconLabelList"/>
    <dgm:cxn modelId="{AACDB79C-00C8-42AA-9942-71FE116857CF}" type="presOf" srcId="{35BD0BF2-D7F8-4B34-9C36-B18639DEFEC0}" destId="{2B9988CF-E732-47C3-92D8-B2BD88DA3A9C}" srcOrd="0" destOrd="0" presId="urn:microsoft.com/office/officeart/2018/2/layout/IconLabelList"/>
    <dgm:cxn modelId="{259F24B6-51DC-4DB6-A53B-206759F48AE5}" type="presOf" srcId="{EDDABC57-EF9B-4C98-A3FD-E00D32B8880B}" destId="{711AA37B-FEBF-467F-B5FA-58D7AB91D872}" srcOrd="0" destOrd="0" presId="urn:microsoft.com/office/officeart/2018/2/layout/IconLabelList"/>
    <dgm:cxn modelId="{A1C89BCF-5C11-4F4E-97FE-DDF45C07112B}" type="presOf" srcId="{E7110F3C-2C2D-4DEE-A9C8-132AEF2B9E69}" destId="{AFFED8C5-F73A-44CE-9338-D65F1689783A}" srcOrd="0" destOrd="0" presId="urn:microsoft.com/office/officeart/2018/2/layout/IconLabelList"/>
    <dgm:cxn modelId="{C8ADF3D5-9252-45B7-8668-2BCE96FE4C26}" srcId="{35BD0BF2-D7F8-4B34-9C36-B18639DEFEC0}" destId="{F6006F64-CD92-42C5-A180-3416326985F6}" srcOrd="3" destOrd="0" parTransId="{48A9B782-273F-4236-8BCC-62C69E61B5B0}" sibTransId="{10AEEECE-B1F0-4305-B324-EA98B86EAB65}"/>
    <dgm:cxn modelId="{2CBB55CD-1321-41BF-9EC8-08F06B622583}" type="presParOf" srcId="{2B9988CF-E732-47C3-92D8-B2BD88DA3A9C}" destId="{B641929D-BDDB-4ACF-BFE5-32DD42F9BF0A}" srcOrd="0" destOrd="0" presId="urn:microsoft.com/office/officeart/2018/2/layout/IconLabelList"/>
    <dgm:cxn modelId="{1B91FB95-B0B8-4F4B-8F2E-83CF64A74CF0}" type="presParOf" srcId="{B641929D-BDDB-4ACF-BFE5-32DD42F9BF0A}" destId="{BB0E5A74-A41B-48F5-9FA8-1808634B1E87}" srcOrd="0" destOrd="0" presId="urn:microsoft.com/office/officeart/2018/2/layout/IconLabelList"/>
    <dgm:cxn modelId="{0E09F1C2-671D-4852-B7D3-EBC51C0BDC46}" type="presParOf" srcId="{B641929D-BDDB-4ACF-BFE5-32DD42F9BF0A}" destId="{1865DA75-8E11-4DA1-AE2C-DEF831F37379}" srcOrd="1" destOrd="0" presId="urn:microsoft.com/office/officeart/2018/2/layout/IconLabelList"/>
    <dgm:cxn modelId="{A341981C-CF65-410A-84FD-CB809ECB99E7}" type="presParOf" srcId="{B641929D-BDDB-4ACF-BFE5-32DD42F9BF0A}" destId="{AFFED8C5-F73A-44CE-9338-D65F1689783A}" srcOrd="2" destOrd="0" presId="urn:microsoft.com/office/officeart/2018/2/layout/IconLabelList"/>
    <dgm:cxn modelId="{248A60C6-72CC-41CF-8185-58EE78BA01D6}" type="presParOf" srcId="{2B9988CF-E732-47C3-92D8-B2BD88DA3A9C}" destId="{DDA369BE-1A66-467E-9D14-9493C9081269}" srcOrd="1" destOrd="0" presId="urn:microsoft.com/office/officeart/2018/2/layout/IconLabelList"/>
    <dgm:cxn modelId="{4AAC614D-0165-422F-AA04-7EA978AD1DF3}" type="presParOf" srcId="{2B9988CF-E732-47C3-92D8-B2BD88DA3A9C}" destId="{0DB34B35-1AED-4163-A985-4B374B3A0BB2}" srcOrd="2" destOrd="0" presId="urn:microsoft.com/office/officeart/2018/2/layout/IconLabelList"/>
    <dgm:cxn modelId="{7AD6948E-D95C-4976-83F4-B778374849B1}" type="presParOf" srcId="{0DB34B35-1AED-4163-A985-4B374B3A0BB2}" destId="{C455A557-9561-4B4E-A348-14849243ACD1}" srcOrd="0" destOrd="0" presId="urn:microsoft.com/office/officeart/2018/2/layout/IconLabelList"/>
    <dgm:cxn modelId="{B2C566BB-0AAC-4CE7-B3D9-8EAD6F3A49BD}" type="presParOf" srcId="{0DB34B35-1AED-4163-A985-4B374B3A0BB2}" destId="{63DDAF84-FBE8-439B-916E-C0FF1EC75B4F}" srcOrd="1" destOrd="0" presId="urn:microsoft.com/office/officeart/2018/2/layout/IconLabelList"/>
    <dgm:cxn modelId="{7588769D-FB28-473C-83D6-009DCB13A1A9}" type="presParOf" srcId="{0DB34B35-1AED-4163-A985-4B374B3A0BB2}" destId="{C280F1CC-93F0-4C90-9B37-DBBBA0B36925}" srcOrd="2" destOrd="0" presId="urn:microsoft.com/office/officeart/2018/2/layout/IconLabelList"/>
    <dgm:cxn modelId="{B1D12897-8881-4931-82F4-6CCD2B8BC444}" type="presParOf" srcId="{2B9988CF-E732-47C3-92D8-B2BD88DA3A9C}" destId="{B4C0AF7A-CCD2-460A-9420-F62FD91B5658}" srcOrd="3" destOrd="0" presId="urn:microsoft.com/office/officeart/2018/2/layout/IconLabelList"/>
    <dgm:cxn modelId="{89789E8E-76E5-4A28-9510-F9B41C66D3EF}" type="presParOf" srcId="{2B9988CF-E732-47C3-92D8-B2BD88DA3A9C}" destId="{479B3439-DB1C-4D14-82E7-F15F0EEB8F72}" srcOrd="4" destOrd="0" presId="urn:microsoft.com/office/officeart/2018/2/layout/IconLabelList"/>
    <dgm:cxn modelId="{36879FD8-9848-49BD-B93E-30F363411282}" type="presParOf" srcId="{479B3439-DB1C-4D14-82E7-F15F0EEB8F72}" destId="{3140423B-FE74-4B68-B792-2015AABE99F5}" srcOrd="0" destOrd="0" presId="urn:microsoft.com/office/officeart/2018/2/layout/IconLabelList"/>
    <dgm:cxn modelId="{E6089656-EE3E-4946-AE14-ED16705D0A16}" type="presParOf" srcId="{479B3439-DB1C-4D14-82E7-F15F0EEB8F72}" destId="{FE49445E-2CF6-4EA3-81FA-4C14C579833F}" srcOrd="1" destOrd="0" presId="urn:microsoft.com/office/officeart/2018/2/layout/IconLabelList"/>
    <dgm:cxn modelId="{D1DB01AA-7193-4122-BD11-DCCE7A40096E}" type="presParOf" srcId="{479B3439-DB1C-4D14-82E7-F15F0EEB8F72}" destId="{20F7B8E0-99B4-46DA-A655-506EF2B0FB0E}" srcOrd="2" destOrd="0" presId="urn:microsoft.com/office/officeart/2018/2/layout/IconLabelList"/>
    <dgm:cxn modelId="{CA563E3A-E2DD-4F17-BA51-4894FF3BD9F8}" type="presParOf" srcId="{2B9988CF-E732-47C3-92D8-B2BD88DA3A9C}" destId="{C49AAB97-EFF8-4FC2-B453-5F429B4F0808}" srcOrd="5" destOrd="0" presId="urn:microsoft.com/office/officeart/2018/2/layout/IconLabelList"/>
    <dgm:cxn modelId="{78DF0F5A-436D-4BDF-9F70-E1CE0F0A2FC7}" type="presParOf" srcId="{2B9988CF-E732-47C3-92D8-B2BD88DA3A9C}" destId="{CDB5F776-B93F-4616-AAD9-BB3A6727EB4F}" srcOrd="6" destOrd="0" presId="urn:microsoft.com/office/officeart/2018/2/layout/IconLabelList"/>
    <dgm:cxn modelId="{667EEBCB-8F2D-4C9E-A0A6-BD607A6017E9}" type="presParOf" srcId="{CDB5F776-B93F-4616-AAD9-BB3A6727EB4F}" destId="{094B1E3B-E856-410F-A869-503ACB8DF360}" srcOrd="0" destOrd="0" presId="urn:microsoft.com/office/officeart/2018/2/layout/IconLabelList"/>
    <dgm:cxn modelId="{542E27D7-CD12-48BD-BF5B-1B834566D455}" type="presParOf" srcId="{CDB5F776-B93F-4616-AAD9-BB3A6727EB4F}" destId="{6E8DCDAF-CD8C-48D4-8B15-306B9FA247E2}" srcOrd="1" destOrd="0" presId="urn:microsoft.com/office/officeart/2018/2/layout/IconLabelList"/>
    <dgm:cxn modelId="{9C2249F5-A8AD-4E58-A1C5-BF8FFE6827A4}" type="presParOf" srcId="{CDB5F776-B93F-4616-AAD9-BB3A6727EB4F}" destId="{0D41D773-A930-4022-B84B-42417B237C20}" srcOrd="2" destOrd="0" presId="urn:microsoft.com/office/officeart/2018/2/layout/IconLabelList"/>
    <dgm:cxn modelId="{83D26E18-469A-493F-A6A1-6B2A0296C489}" type="presParOf" srcId="{2B9988CF-E732-47C3-92D8-B2BD88DA3A9C}" destId="{D91547C7-1698-4F82-A474-2A1FE614B343}" srcOrd="7" destOrd="0" presId="urn:microsoft.com/office/officeart/2018/2/layout/IconLabelList"/>
    <dgm:cxn modelId="{45CF08D0-11D9-4EA8-9104-55A99AB68677}" type="presParOf" srcId="{2B9988CF-E732-47C3-92D8-B2BD88DA3A9C}" destId="{B6539456-683F-44DC-AF0B-5F31AAB82E01}" srcOrd="8" destOrd="0" presId="urn:microsoft.com/office/officeart/2018/2/layout/IconLabelList"/>
    <dgm:cxn modelId="{11AE1F45-DD0F-43EA-840E-C3AD2814939E}" type="presParOf" srcId="{B6539456-683F-44DC-AF0B-5F31AAB82E01}" destId="{2B344B99-DBE5-4359-9165-0F07669AE896}" srcOrd="0" destOrd="0" presId="urn:microsoft.com/office/officeart/2018/2/layout/IconLabelList"/>
    <dgm:cxn modelId="{ADAA6B70-F072-4EC0-9696-1F3BD8684BA6}" type="presParOf" srcId="{B6539456-683F-44DC-AF0B-5F31AAB82E01}" destId="{02B3297E-6C81-4956-9623-8192D2C0C302}" srcOrd="1" destOrd="0" presId="urn:microsoft.com/office/officeart/2018/2/layout/IconLabelList"/>
    <dgm:cxn modelId="{4E4FE504-90FE-4932-993A-CB2C29CD8258}" type="presParOf" srcId="{B6539456-683F-44DC-AF0B-5F31AAB82E01}" destId="{711AA37B-FEBF-467F-B5FA-58D7AB91D8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5BD0BF2-D7F8-4B34-9C36-B18639DEFEC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7110F3C-2C2D-4DEE-A9C8-132AEF2B9E69}">
      <dgm:prSet/>
      <dgm:spPr/>
      <dgm:t>
        <a:bodyPr/>
        <a:lstStyle/>
        <a:p>
          <a:r>
            <a:rPr lang="en-US" b="0" dirty="0">
              <a:solidFill>
                <a:schemeClr val="tx2">
                  <a:lumMod val="20000"/>
                  <a:lumOff val="80000"/>
                </a:schemeClr>
              </a:solidFill>
            </a:rPr>
            <a:t>Background</a:t>
          </a:r>
        </a:p>
      </dgm:t>
    </dgm:pt>
    <dgm:pt modelId="{532D7710-0071-4941-9B9B-4F7AF2D2BD61}" type="parTrans" cxnId="{D3D77439-4913-4DD6-B9CA-FE16F0841FE9}">
      <dgm:prSet/>
      <dgm:spPr/>
      <dgm:t>
        <a:bodyPr/>
        <a:lstStyle/>
        <a:p>
          <a:endParaRPr lang="en-US"/>
        </a:p>
      </dgm:t>
    </dgm:pt>
    <dgm:pt modelId="{378FA11F-09EF-4094-855C-18EA5DA484DF}" type="sibTrans" cxnId="{D3D77439-4913-4DD6-B9CA-FE16F0841FE9}">
      <dgm:prSet/>
      <dgm:spPr/>
      <dgm:t>
        <a:bodyPr/>
        <a:lstStyle/>
        <a:p>
          <a:endParaRPr lang="en-US"/>
        </a:p>
      </dgm:t>
    </dgm:pt>
    <dgm:pt modelId="{7D8BFAD8-C655-45B0-B760-F75A76D1A0FF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Family</a:t>
          </a:r>
        </a:p>
      </dgm:t>
    </dgm:pt>
    <dgm:pt modelId="{696CABC0-4D44-47E5-AFA7-8618910BCE2F}" type="parTrans" cxnId="{DE892C5E-5EC9-4DB4-B52A-0F0E7386D16B}">
      <dgm:prSet/>
      <dgm:spPr/>
      <dgm:t>
        <a:bodyPr/>
        <a:lstStyle/>
        <a:p>
          <a:endParaRPr lang="en-US"/>
        </a:p>
      </dgm:t>
    </dgm:pt>
    <dgm:pt modelId="{0273FA7E-71CA-4F57-B9C6-ADA802D0D772}" type="sibTrans" cxnId="{DE892C5E-5EC9-4DB4-B52A-0F0E7386D16B}">
      <dgm:prSet/>
      <dgm:spPr/>
      <dgm:t>
        <a:bodyPr/>
        <a:lstStyle/>
        <a:p>
          <a:endParaRPr lang="en-US"/>
        </a:p>
      </dgm:t>
    </dgm:pt>
    <dgm:pt modelId="{8B58FC01-1CD2-4DFD-B05A-74077D1F84C8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Schedule</a:t>
          </a:r>
        </a:p>
      </dgm:t>
    </dgm:pt>
    <dgm:pt modelId="{B37FE02C-224F-486B-BBB6-FE857A807D4D}" type="parTrans" cxnId="{734AE220-501B-4A26-A59A-D736C23D6F8D}">
      <dgm:prSet/>
      <dgm:spPr/>
      <dgm:t>
        <a:bodyPr/>
        <a:lstStyle/>
        <a:p>
          <a:endParaRPr lang="en-US"/>
        </a:p>
      </dgm:t>
    </dgm:pt>
    <dgm:pt modelId="{0BA10AA6-3A03-4645-9E00-C0C7E4D4B1F3}" type="sibTrans" cxnId="{734AE220-501B-4A26-A59A-D736C23D6F8D}">
      <dgm:prSet/>
      <dgm:spPr/>
      <dgm:t>
        <a:bodyPr/>
        <a:lstStyle/>
        <a:p>
          <a:endParaRPr lang="en-US"/>
        </a:p>
      </dgm:t>
    </dgm:pt>
    <dgm:pt modelId="{F6006F64-CD92-42C5-A180-3416326985F6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Hobby</a:t>
          </a:r>
        </a:p>
      </dgm:t>
    </dgm:pt>
    <dgm:pt modelId="{48A9B782-273F-4236-8BCC-62C69E61B5B0}" type="parTrans" cxnId="{C8ADF3D5-9252-45B7-8668-2BCE96FE4C26}">
      <dgm:prSet/>
      <dgm:spPr/>
      <dgm:t>
        <a:bodyPr/>
        <a:lstStyle/>
        <a:p>
          <a:endParaRPr lang="en-US"/>
        </a:p>
      </dgm:t>
    </dgm:pt>
    <dgm:pt modelId="{10AEEECE-B1F0-4305-B324-EA98B86EAB65}" type="sibTrans" cxnId="{C8ADF3D5-9252-45B7-8668-2BCE96FE4C26}">
      <dgm:prSet/>
      <dgm:spPr/>
      <dgm:t>
        <a:bodyPr/>
        <a:lstStyle/>
        <a:p>
          <a:endParaRPr lang="en-US"/>
        </a:p>
      </dgm:t>
    </dgm:pt>
    <dgm:pt modelId="{EDDABC57-EF9B-4C98-A3FD-E00D32B8880B}">
      <dgm:prSet custT="1"/>
      <dgm:spPr/>
      <dgm:t>
        <a:bodyPr/>
        <a:lstStyle/>
        <a:p>
          <a:r>
            <a:rPr lang="en-US" sz="2800" b="1" dirty="0"/>
            <a:t>Dream </a:t>
          </a:r>
        </a:p>
      </dgm:t>
    </dgm:pt>
    <dgm:pt modelId="{7F1008F8-F0C7-4FA5-A748-50749871D99C}" type="parTrans" cxnId="{50A21057-84B0-4FE4-AE57-D339E5BA0A8E}">
      <dgm:prSet/>
      <dgm:spPr/>
      <dgm:t>
        <a:bodyPr/>
        <a:lstStyle/>
        <a:p>
          <a:endParaRPr lang="en-US"/>
        </a:p>
      </dgm:t>
    </dgm:pt>
    <dgm:pt modelId="{C27C66F5-7C82-4611-B2CD-5E608B97D88D}" type="sibTrans" cxnId="{50A21057-84B0-4FE4-AE57-D339E5BA0A8E}">
      <dgm:prSet/>
      <dgm:spPr/>
      <dgm:t>
        <a:bodyPr/>
        <a:lstStyle/>
        <a:p>
          <a:endParaRPr lang="en-US"/>
        </a:p>
      </dgm:t>
    </dgm:pt>
    <dgm:pt modelId="{2B9988CF-E732-47C3-92D8-B2BD88DA3A9C}" type="pres">
      <dgm:prSet presAssocID="{35BD0BF2-D7F8-4B34-9C36-B18639DEFEC0}" presName="root" presStyleCnt="0">
        <dgm:presLayoutVars>
          <dgm:dir/>
          <dgm:resizeHandles val="exact"/>
        </dgm:presLayoutVars>
      </dgm:prSet>
      <dgm:spPr/>
    </dgm:pt>
    <dgm:pt modelId="{B641929D-BDDB-4ACF-BFE5-32DD42F9BF0A}" type="pres">
      <dgm:prSet presAssocID="{E7110F3C-2C2D-4DEE-A9C8-132AEF2B9E69}" presName="compNode" presStyleCnt="0"/>
      <dgm:spPr/>
    </dgm:pt>
    <dgm:pt modelId="{BB0E5A74-A41B-48F5-9FA8-1808634B1E87}" type="pres">
      <dgm:prSet presAssocID="{E7110F3C-2C2D-4DEE-A9C8-132AEF2B9E6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865DA75-8E11-4DA1-AE2C-DEF831F37379}" type="pres">
      <dgm:prSet presAssocID="{E7110F3C-2C2D-4DEE-A9C8-132AEF2B9E69}" presName="spaceRect" presStyleCnt="0"/>
      <dgm:spPr/>
    </dgm:pt>
    <dgm:pt modelId="{AFFED8C5-F73A-44CE-9338-D65F1689783A}" type="pres">
      <dgm:prSet presAssocID="{E7110F3C-2C2D-4DEE-A9C8-132AEF2B9E69}" presName="textRect" presStyleLbl="revTx" presStyleIdx="0" presStyleCnt="5">
        <dgm:presLayoutVars>
          <dgm:chMax val="1"/>
          <dgm:chPref val="1"/>
        </dgm:presLayoutVars>
      </dgm:prSet>
      <dgm:spPr/>
    </dgm:pt>
    <dgm:pt modelId="{DDA369BE-1A66-467E-9D14-9493C9081269}" type="pres">
      <dgm:prSet presAssocID="{378FA11F-09EF-4094-855C-18EA5DA484DF}" presName="sibTrans" presStyleCnt="0"/>
      <dgm:spPr/>
    </dgm:pt>
    <dgm:pt modelId="{0DB34B35-1AED-4163-A985-4B374B3A0BB2}" type="pres">
      <dgm:prSet presAssocID="{7D8BFAD8-C655-45B0-B760-F75A76D1A0FF}" presName="compNode" presStyleCnt="0"/>
      <dgm:spPr/>
    </dgm:pt>
    <dgm:pt modelId="{C455A557-9561-4B4E-A348-14849243ACD1}" type="pres">
      <dgm:prSet presAssocID="{7D8BFAD8-C655-45B0-B760-F75A76D1A0F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laroidPictures"/>
        </a:ext>
      </dgm:extLst>
    </dgm:pt>
    <dgm:pt modelId="{63DDAF84-FBE8-439B-916E-C0FF1EC75B4F}" type="pres">
      <dgm:prSet presAssocID="{7D8BFAD8-C655-45B0-B760-F75A76D1A0FF}" presName="spaceRect" presStyleCnt="0"/>
      <dgm:spPr/>
    </dgm:pt>
    <dgm:pt modelId="{C280F1CC-93F0-4C90-9B37-DBBBA0B36925}" type="pres">
      <dgm:prSet presAssocID="{7D8BFAD8-C655-45B0-B760-F75A76D1A0FF}" presName="textRect" presStyleLbl="revTx" presStyleIdx="1" presStyleCnt="5">
        <dgm:presLayoutVars>
          <dgm:chMax val="1"/>
          <dgm:chPref val="1"/>
        </dgm:presLayoutVars>
      </dgm:prSet>
      <dgm:spPr/>
    </dgm:pt>
    <dgm:pt modelId="{B4C0AF7A-CCD2-460A-9420-F62FD91B5658}" type="pres">
      <dgm:prSet presAssocID="{0273FA7E-71CA-4F57-B9C6-ADA802D0D772}" presName="sibTrans" presStyleCnt="0"/>
      <dgm:spPr/>
    </dgm:pt>
    <dgm:pt modelId="{479B3439-DB1C-4D14-82E7-F15F0EEB8F72}" type="pres">
      <dgm:prSet presAssocID="{8B58FC01-1CD2-4DFD-B05A-74077D1F84C8}" presName="compNode" presStyleCnt="0"/>
      <dgm:spPr/>
    </dgm:pt>
    <dgm:pt modelId="{3140423B-FE74-4B68-B792-2015AABE99F5}" type="pres">
      <dgm:prSet presAssocID="{8B58FC01-1CD2-4DFD-B05A-74077D1F84C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"/>
        </a:ext>
      </dgm:extLst>
    </dgm:pt>
    <dgm:pt modelId="{FE49445E-2CF6-4EA3-81FA-4C14C579833F}" type="pres">
      <dgm:prSet presAssocID="{8B58FC01-1CD2-4DFD-B05A-74077D1F84C8}" presName="spaceRect" presStyleCnt="0"/>
      <dgm:spPr/>
    </dgm:pt>
    <dgm:pt modelId="{20F7B8E0-99B4-46DA-A655-506EF2B0FB0E}" type="pres">
      <dgm:prSet presAssocID="{8B58FC01-1CD2-4DFD-B05A-74077D1F84C8}" presName="textRect" presStyleLbl="revTx" presStyleIdx="2" presStyleCnt="5">
        <dgm:presLayoutVars>
          <dgm:chMax val="1"/>
          <dgm:chPref val="1"/>
        </dgm:presLayoutVars>
      </dgm:prSet>
      <dgm:spPr/>
    </dgm:pt>
    <dgm:pt modelId="{C49AAB97-EFF8-4FC2-B453-5F429B4F0808}" type="pres">
      <dgm:prSet presAssocID="{0BA10AA6-3A03-4645-9E00-C0C7E4D4B1F3}" presName="sibTrans" presStyleCnt="0"/>
      <dgm:spPr/>
    </dgm:pt>
    <dgm:pt modelId="{CDB5F776-B93F-4616-AAD9-BB3A6727EB4F}" type="pres">
      <dgm:prSet presAssocID="{F6006F64-CD92-42C5-A180-3416326985F6}" presName="compNode" presStyleCnt="0"/>
      <dgm:spPr/>
    </dgm:pt>
    <dgm:pt modelId="{094B1E3B-E856-410F-A869-503ACB8DF360}" type="pres">
      <dgm:prSet presAssocID="{F6006F64-CD92-42C5-A180-3416326985F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6E8DCDAF-CD8C-48D4-8B15-306B9FA247E2}" type="pres">
      <dgm:prSet presAssocID="{F6006F64-CD92-42C5-A180-3416326985F6}" presName="spaceRect" presStyleCnt="0"/>
      <dgm:spPr/>
    </dgm:pt>
    <dgm:pt modelId="{0D41D773-A930-4022-B84B-42417B237C20}" type="pres">
      <dgm:prSet presAssocID="{F6006F64-CD92-42C5-A180-3416326985F6}" presName="textRect" presStyleLbl="revTx" presStyleIdx="3" presStyleCnt="5">
        <dgm:presLayoutVars>
          <dgm:chMax val="1"/>
          <dgm:chPref val="1"/>
        </dgm:presLayoutVars>
      </dgm:prSet>
      <dgm:spPr/>
    </dgm:pt>
    <dgm:pt modelId="{D91547C7-1698-4F82-A474-2A1FE614B343}" type="pres">
      <dgm:prSet presAssocID="{10AEEECE-B1F0-4305-B324-EA98B86EAB65}" presName="sibTrans" presStyleCnt="0"/>
      <dgm:spPr/>
    </dgm:pt>
    <dgm:pt modelId="{B6539456-683F-44DC-AF0B-5F31AAB82E01}" type="pres">
      <dgm:prSet presAssocID="{EDDABC57-EF9B-4C98-A3FD-E00D32B8880B}" presName="compNode" presStyleCnt="0"/>
      <dgm:spPr/>
    </dgm:pt>
    <dgm:pt modelId="{2B344B99-DBE5-4359-9165-0F07669AE896}" type="pres">
      <dgm:prSet presAssocID="{EDDABC57-EF9B-4C98-A3FD-E00D32B8880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02B3297E-6C81-4956-9623-8192D2C0C302}" type="pres">
      <dgm:prSet presAssocID="{EDDABC57-EF9B-4C98-A3FD-E00D32B8880B}" presName="spaceRect" presStyleCnt="0"/>
      <dgm:spPr/>
    </dgm:pt>
    <dgm:pt modelId="{711AA37B-FEBF-467F-B5FA-58D7AB91D872}" type="pres">
      <dgm:prSet presAssocID="{EDDABC57-EF9B-4C98-A3FD-E00D32B8880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34AE220-501B-4A26-A59A-D736C23D6F8D}" srcId="{35BD0BF2-D7F8-4B34-9C36-B18639DEFEC0}" destId="{8B58FC01-1CD2-4DFD-B05A-74077D1F84C8}" srcOrd="2" destOrd="0" parTransId="{B37FE02C-224F-486B-BBB6-FE857A807D4D}" sibTransId="{0BA10AA6-3A03-4645-9E00-C0C7E4D4B1F3}"/>
    <dgm:cxn modelId="{D3D77439-4913-4DD6-B9CA-FE16F0841FE9}" srcId="{35BD0BF2-D7F8-4B34-9C36-B18639DEFEC0}" destId="{E7110F3C-2C2D-4DEE-A9C8-132AEF2B9E69}" srcOrd="0" destOrd="0" parTransId="{532D7710-0071-4941-9B9B-4F7AF2D2BD61}" sibTransId="{378FA11F-09EF-4094-855C-18EA5DA484DF}"/>
    <dgm:cxn modelId="{DE892C5E-5EC9-4DB4-B52A-0F0E7386D16B}" srcId="{35BD0BF2-D7F8-4B34-9C36-B18639DEFEC0}" destId="{7D8BFAD8-C655-45B0-B760-F75A76D1A0FF}" srcOrd="1" destOrd="0" parTransId="{696CABC0-4D44-47E5-AFA7-8618910BCE2F}" sibTransId="{0273FA7E-71CA-4F57-B9C6-ADA802D0D772}"/>
    <dgm:cxn modelId="{648D2149-2B09-48DF-BA82-CB1BD67840E7}" type="presOf" srcId="{7D8BFAD8-C655-45B0-B760-F75A76D1A0FF}" destId="{C280F1CC-93F0-4C90-9B37-DBBBA0B36925}" srcOrd="0" destOrd="0" presId="urn:microsoft.com/office/officeart/2018/2/layout/IconLabelList"/>
    <dgm:cxn modelId="{50A21057-84B0-4FE4-AE57-D339E5BA0A8E}" srcId="{35BD0BF2-D7F8-4B34-9C36-B18639DEFEC0}" destId="{EDDABC57-EF9B-4C98-A3FD-E00D32B8880B}" srcOrd="4" destOrd="0" parTransId="{7F1008F8-F0C7-4FA5-A748-50749871D99C}" sibTransId="{C27C66F5-7C82-4611-B2CD-5E608B97D88D}"/>
    <dgm:cxn modelId="{288C0759-7333-4A2C-AD3B-2B269FFB4C97}" type="presOf" srcId="{8B58FC01-1CD2-4DFD-B05A-74077D1F84C8}" destId="{20F7B8E0-99B4-46DA-A655-506EF2B0FB0E}" srcOrd="0" destOrd="0" presId="urn:microsoft.com/office/officeart/2018/2/layout/IconLabelList"/>
    <dgm:cxn modelId="{1DB9E19A-3B78-4FE3-A5A2-BF86134634FF}" type="presOf" srcId="{F6006F64-CD92-42C5-A180-3416326985F6}" destId="{0D41D773-A930-4022-B84B-42417B237C20}" srcOrd="0" destOrd="0" presId="urn:microsoft.com/office/officeart/2018/2/layout/IconLabelList"/>
    <dgm:cxn modelId="{AACDB79C-00C8-42AA-9942-71FE116857CF}" type="presOf" srcId="{35BD0BF2-D7F8-4B34-9C36-B18639DEFEC0}" destId="{2B9988CF-E732-47C3-92D8-B2BD88DA3A9C}" srcOrd="0" destOrd="0" presId="urn:microsoft.com/office/officeart/2018/2/layout/IconLabelList"/>
    <dgm:cxn modelId="{259F24B6-51DC-4DB6-A53B-206759F48AE5}" type="presOf" srcId="{EDDABC57-EF9B-4C98-A3FD-E00D32B8880B}" destId="{711AA37B-FEBF-467F-B5FA-58D7AB91D872}" srcOrd="0" destOrd="0" presId="urn:microsoft.com/office/officeart/2018/2/layout/IconLabelList"/>
    <dgm:cxn modelId="{A1C89BCF-5C11-4F4E-97FE-DDF45C07112B}" type="presOf" srcId="{E7110F3C-2C2D-4DEE-A9C8-132AEF2B9E69}" destId="{AFFED8C5-F73A-44CE-9338-D65F1689783A}" srcOrd="0" destOrd="0" presId="urn:microsoft.com/office/officeart/2018/2/layout/IconLabelList"/>
    <dgm:cxn modelId="{C8ADF3D5-9252-45B7-8668-2BCE96FE4C26}" srcId="{35BD0BF2-D7F8-4B34-9C36-B18639DEFEC0}" destId="{F6006F64-CD92-42C5-A180-3416326985F6}" srcOrd="3" destOrd="0" parTransId="{48A9B782-273F-4236-8BCC-62C69E61B5B0}" sibTransId="{10AEEECE-B1F0-4305-B324-EA98B86EAB65}"/>
    <dgm:cxn modelId="{2CBB55CD-1321-41BF-9EC8-08F06B622583}" type="presParOf" srcId="{2B9988CF-E732-47C3-92D8-B2BD88DA3A9C}" destId="{B641929D-BDDB-4ACF-BFE5-32DD42F9BF0A}" srcOrd="0" destOrd="0" presId="urn:microsoft.com/office/officeart/2018/2/layout/IconLabelList"/>
    <dgm:cxn modelId="{1B91FB95-B0B8-4F4B-8F2E-83CF64A74CF0}" type="presParOf" srcId="{B641929D-BDDB-4ACF-BFE5-32DD42F9BF0A}" destId="{BB0E5A74-A41B-48F5-9FA8-1808634B1E87}" srcOrd="0" destOrd="0" presId="urn:microsoft.com/office/officeart/2018/2/layout/IconLabelList"/>
    <dgm:cxn modelId="{0E09F1C2-671D-4852-B7D3-EBC51C0BDC46}" type="presParOf" srcId="{B641929D-BDDB-4ACF-BFE5-32DD42F9BF0A}" destId="{1865DA75-8E11-4DA1-AE2C-DEF831F37379}" srcOrd="1" destOrd="0" presId="urn:microsoft.com/office/officeart/2018/2/layout/IconLabelList"/>
    <dgm:cxn modelId="{A341981C-CF65-410A-84FD-CB809ECB99E7}" type="presParOf" srcId="{B641929D-BDDB-4ACF-BFE5-32DD42F9BF0A}" destId="{AFFED8C5-F73A-44CE-9338-D65F1689783A}" srcOrd="2" destOrd="0" presId="urn:microsoft.com/office/officeart/2018/2/layout/IconLabelList"/>
    <dgm:cxn modelId="{248A60C6-72CC-41CF-8185-58EE78BA01D6}" type="presParOf" srcId="{2B9988CF-E732-47C3-92D8-B2BD88DA3A9C}" destId="{DDA369BE-1A66-467E-9D14-9493C9081269}" srcOrd="1" destOrd="0" presId="urn:microsoft.com/office/officeart/2018/2/layout/IconLabelList"/>
    <dgm:cxn modelId="{4AAC614D-0165-422F-AA04-7EA978AD1DF3}" type="presParOf" srcId="{2B9988CF-E732-47C3-92D8-B2BD88DA3A9C}" destId="{0DB34B35-1AED-4163-A985-4B374B3A0BB2}" srcOrd="2" destOrd="0" presId="urn:microsoft.com/office/officeart/2018/2/layout/IconLabelList"/>
    <dgm:cxn modelId="{7AD6948E-D95C-4976-83F4-B778374849B1}" type="presParOf" srcId="{0DB34B35-1AED-4163-A985-4B374B3A0BB2}" destId="{C455A557-9561-4B4E-A348-14849243ACD1}" srcOrd="0" destOrd="0" presId="urn:microsoft.com/office/officeart/2018/2/layout/IconLabelList"/>
    <dgm:cxn modelId="{B2C566BB-0AAC-4CE7-B3D9-8EAD6F3A49BD}" type="presParOf" srcId="{0DB34B35-1AED-4163-A985-4B374B3A0BB2}" destId="{63DDAF84-FBE8-439B-916E-C0FF1EC75B4F}" srcOrd="1" destOrd="0" presId="urn:microsoft.com/office/officeart/2018/2/layout/IconLabelList"/>
    <dgm:cxn modelId="{7588769D-FB28-473C-83D6-009DCB13A1A9}" type="presParOf" srcId="{0DB34B35-1AED-4163-A985-4B374B3A0BB2}" destId="{C280F1CC-93F0-4C90-9B37-DBBBA0B36925}" srcOrd="2" destOrd="0" presId="urn:microsoft.com/office/officeart/2018/2/layout/IconLabelList"/>
    <dgm:cxn modelId="{B1D12897-8881-4931-82F4-6CCD2B8BC444}" type="presParOf" srcId="{2B9988CF-E732-47C3-92D8-B2BD88DA3A9C}" destId="{B4C0AF7A-CCD2-460A-9420-F62FD91B5658}" srcOrd="3" destOrd="0" presId="urn:microsoft.com/office/officeart/2018/2/layout/IconLabelList"/>
    <dgm:cxn modelId="{89789E8E-76E5-4A28-9510-F9B41C66D3EF}" type="presParOf" srcId="{2B9988CF-E732-47C3-92D8-B2BD88DA3A9C}" destId="{479B3439-DB1C-4D14-82E7-F15F0EEB8F72}" srcOrd="4" destOrd="0" presId="urn:microsoft.com/office/officeart/2018/2/layout/IconLabelList"/>
    <dgm:cxn modelId="{36879FD8-9848-49BD-B93E-30F363411282}" type="presParOf" srcId="{479B3439-DB1C-4D14-82E7-F15F0EEB8F72}" destId="{3140423B-FE74-4B68-B792-2015AABE99F5}" srcOrd="0" destOrd="0" presId="urn:microsoft.com/office/officeart/2018/2/layout/IconLabelList"/>
    <dgm:cxn modelId="{E6089656-EE3E-4946-AE14-ED16705D0A16}" type="presParOf" srcId="{479B3439-DB1C-4D14-82E7-F15F0EEB8F72}" destId="{FE49445E-2CF6-4EA3-81FA-4C14C579833F}" srcOrd="1" destOrd="0" presId="urn:microsoft.com/office/officeart/2018/2/layout/IconLabelList"/>
    <dgm:cxn modelId="{D1DB01AA-7193-4122-BD11-DCCE7A40096E}" type="presParOf" srcId="{479B3439-DB1C-4D14-82E7-F15F0EEB8F72}" destId="{20F7B8E0-99B4-46DA-A655-506EF2B0FB0E}" srcOrd="2" destOrd="0" presId="urn:microsoft.com/office/officeart/2018/2/layout/IconLabelList"/>
    <dgm:cxn modelId="{CA563E3A-E2DD-4F17-BA51-4894FF3BD9F8}" type="presParOf" srcId="{2B9988CF-E732-47C3-92D8-B2BD88DA3A9C}" destId="{C49AAB97-EFF8-4FC2-B453-5F429B4F0808}" srcOrd="5" destOrd="0" presId="urn:microsoft.com/office/officeart/2018/2/layout/IconLabelList"/>
    <dgm:cxn modelId="{78DF0F5A-436D-4BDF-9F70-E1CE0F0A2FC7}" type="presParOf" srcId="{2B9988CF-E732-47C3-92D8-B2BD88DA3A9C}" destId="{CDB5F776-B93F-4616-AAD9-BB3A6727EB4F}" srcOrd="6" destOrd="0" presId="urn:microsoft.com/office/officeart/2018/2/layout/IconLabelList"/>
    <dgm:cxn modelId="{667EEBCB-8F2D-4C9E-A0A6-BD607A6017E9}" type="presParOf" srcId="{CDB5F776-B93F-4616-AAD9-BB3A6727EB4F}" destId="{094B1E3B-E856-410F-A869-503ACB8DF360}" srcOrd="0" destOrd="0" presId="urn:microsoft.com/office/officeart/2018/2/layout/IconLabelList"/>
    <dgm:cxn modelId="{542E27D7-CD12-48BD-BF5B-1B834566D455}" type="presParOf" srcId="{CDB5F776-B93F-4616-AAD9-BB3A6727EB4F}" destId="{6E8DCDAF-CD8C-48D4-8B15-306B9FA247E2}" srcOrd="1" destOrd="0" presId="urn:microsoft.com/office/officeart/2018/2/layout/IconLabelList"/>
    <dgm:cxn modelId="{9C2249F5-A8AD-4E58-A1C5-BF8FFE6827A4}" type="presParOf" srcId="{CDB5F776-B93F-4616-AAD9-BB3A6727EB4F}" destId="{0D41D773-A930-4022-B84B-42417B237C20}" srcOrd="2" destOrd="0" presId="urn:microsoft.com/office/officeart/2018/2/layout/IconLabelList"/>
    <dgm:cxn modelId="{83D26E18-469A-493F-A6A1-6B2A0296C489}" type="presParOf" srcId="{2B9988CF-E732-47C3-92D8-B2BD88DA3A9C}" destId="{D91547C7-1698-4F82-A474-2A1FE614B343}" srcOrd="7" destOrd="0" presId="urn:microsoft.com/office/officeart/2018/2/layout/IconLabelList"/>
    <dgm:cxn modelId="{45CF08D0-11D9-4EA8-9104-55A99AB68677}" type="presParOf" srcId="{2B9988CF-E732-47C3-92D8-B2BD88DA3A9C}" destId="{B6539456-683F-44DC-AF0B-5F31AAB82E01}" srcOrd="8" destOrd="0" presId="urn:microsoft.com/office/officeart/2018/2/layout/IconLabelList"/>
    <dgm:cxn modelId="{11AE1F45-DD0F-43EA-840E-C3AD2814939E}" type="presParOf" srcId="{B6539456-683F-44DC-AF0B-5F31AAB82E01}" destId="{2B344B99-DBE5-4359-9165-0F07669AE896}" srcOrd="0" destOrd="0" presId="urn:microsoft.com/office/officeart/2018/2/layout/IconLabelList"/>
    <dgm:cxn modelId="{ADAA6B70-F072-4EC0-9696-1F3BD8684BA6}" type="presParOf" srcId="{B6539456-683F-44DC-AF0B-5F31AAB82E01}" destId="{02B3297E-6C81-4956-9623-8192D2C0C302}" srcOrd="1" destOrd="0" presId="urn:microsoft.com/office/officeart/2018/2/layout/IconLabelList"/>
    <dgm:cxn modelId="{4E4FE504-90FE-4932-993A-CB2C29CD8258}" type="presParOf" srcId="{B6539456-683F-44DC-AF0B-5F31AAB82E01}" destId="{711AA37B-FEBF-467F-B5FA-58D7AB91D8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5BD0BF2-D7F8-4B34-9C36-B18639DEFEC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7110F3C-2C2D-4DEE-A9C8-132AEF2B9E6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0" dirty="0"/>
            <a:t>Background</a:t>
          </a:r>
        </a:p>
      </dgm:t>
    </dgm:pt>
    <dgm:pt modelId="{532D7710-0071-4941-9B9B-4F7AF2D2BD61}" type="parTrans" cxnId="{D3D77439-4913-4DD6-B9CA-FE16F0841FE9}">
      <dgm:prSet/>
      <dgm:spPr/>
      <dgm:t>
        <a:bodyPr/>
        <a:lstStyle/>
        <a:p>
          <a:endParaRPr lang="en-US" sz="2400"/>
        </a:p>
      </dgm:t>
    </dgm:pt>
    <dgm:pt modelId="{378FA11F-09EF-4094-855C-18EA5DA484DF}" type="sibTrans" cxnId="{D3D77439-4913-4DD6-B9CA-FE16F0841FE9}">
      <dgm:prSet/>
      <dgm:spPr/>
      <dgm:t>
        <a:bodyPr/>
        <a:lstStyle/>
        <a:p>
          <a:endParaRPr lang="en-US" sz="2400"/>
        </a:p>
      </dgm:t>
    </dgm:pt>
    <dgm:pt modelId="{7D8BFAD8-C655-45B0-B760-F75A76D1A0F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chemeClr val="tx1"/>
              </a:solidFill>
            </a:rPr>
            <a:t>Family</a:t>
          </a:r>
        </a:p>
      </dgm:t>
    </dgm:pt>
    <dgm:pt modelId="{696CABC0-4D44-47E5-AFA7-8618910BCE2F}" type="parTrans" cxnId="{DE892C5E-5EC9-4DB4-B52A-0F0E7386D16B}">
      <dgm:prSet/>
      <dgm:spPr/>
      <dgm:t>
        <a:bodyPr/>
        <a:lstStyle/>
        <a:p>
          <a:endParaRPr lang="en-US" sz="2400"/>
        </a:p>
      </dgm:t>
    </dgm:pt>
    <dgm:pt modelId="{0273FA7E-71CA-4F57-B9C6-ADA802D0D772}" type="sibTrans" cxnId="{DE892C5E-5EC9-4DB4-B52A-0F0E7386D16B}">
      <dgm:prSet/>
      <dgm:spPr/>
      <dgm:t>
        <a:bodyPr/>
        <a:lstStyle/>
        <a:p>
          <a:endParaRPr lang="en-US" sz="2400"/>
        </a:p>
      </dgm:t>
    </dgm:pt>
    <dgm:pt modelId="{8B58FC01-1CD2-4DFD-B05A-74077D1F84C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chemeClr val="tx1"/>
              </a:solidFill>
            </a:rPr>
            <a:t>Schedule</a:t>
          </a:r>
        </a:p>
      </dgm:t>
    </dgm:pt>
    <dgm:pt modelId="{B37FE02C-224F-486B-BBB6-FE857A807D4D}" type="parTrans" cxnId="{734AE220-501B-4A26-A59A-D736C23D6F8D}">
      <dgm:prSet/>
      <dgm:spPr/>
      <dgm:t>
        <a:bodyPr/>
        <a:lstStyle/>
        <a:p>
          <a:endParaRPr lang="en-US" sz="2400"/>
        </a:p>
      </dgm:t>
    </dgm:pt>
    <dgm:pt modelId="{0BA10AA6-3A03-4645-9E00-C0C7E4D4B1F3}" type="sibTrans" cxnId="{734AE220-501B-4A26-A59A-D736C23D6F8D}">
      <dgm:prSet/>
      <dgm:spPr/>
      <dgm:t>
        <a:bodyPr/>
        <a:lstStyle/>
        <a:p>
          <a:endParaRPr lang="en-US" sz="2400"/>
        </a:p>
      </dgm:t>
    </dgm:pt>
    <dgm:pt modelId="{F6006F64-CD92-42C5-A180-3416326985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chemeClr val="tx1"/>
              </a:solidFill>
            </a:rPr>
            <a:t>Hobby</a:t>
          </a:r>
        </a:p>
      </dgm:t>
    </dgm:pt>
    <dgm:pt modelId="{48A9B782-273F-4236-8BCC-62C69E61B5B0}" type="parTrans" cxnId="{C8ADF3D5-9252-45B7-8668-2BCE96FE4C26}">
      <dgm:prSet/>
      <dgm:spPr/>
      <dgm:t>
        <a:bodyPr/>
        <a:lstStyle/>
        <a:p>
          <a:endParaRPr lang="en-US" sz="2400"/>
        </a:p>
      </dgm:t>
    </dgm:pt>
    <dgm:pt modelId="{10AEEECE-B1F0-4305-B324-EA98B86EAB65}" type="sibTrans" cxnId="{C8ADF3D5-9252-45B7-8668-2BCE96FE4C26}">
      <dgm:prSet/>
      <dgm:spPr/>
      <dgm:t>
        <a:bodyPr/>
        <a:lstStyle/>
        <a:p>
          <a:endParaRPr lang="en-US" sz="2400"/>
        </a:p>
      </dgm:t>
    </dgm:pt>
    <dgm:pt modelId="{EDDABC57-EF9B-4C98-A3FD-E00D32B8880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chemeClr val="tx1"/>
              </a:solidFill>
            </a:rPr>
            <a:t>Dream </a:t>
          </a:r>
        </a:p>
      </dgm:t>
    </dgm:pt>
    <dgm:pt modelId="{7F1008F8-F0C7-4FA5-A748-50749871D99C}" type="parTrans" cxnId="{50A21057-84B0-4FE4-AE57-D339E5BA0A8E}">
      <dgm:prSet/>
      <dgm:spPr/>
      <dgm:t>
        <a:bodyPr/>
        <a:lstStyle/>
        <a:p>
          <a:endParaRPr lang="en-US" sz="2400"/>
        </a:p>
      </dgm:t>
    </dgm:pt>
    <dgm:pt modelId="{C27C66F5-7C82-4611-B2CD-5E608B97D88D}" type="sibTrans" cxnId="{50A21057-84B0-4FE4-AE57-D339E5BA0A8E}">
      <dgm:prSet/>
      <dgm:spPr/>
      <dgm:t>
        <a:bodyPr/>
        <a:lstStyle/>
        <a:p>
          <a:endParaRPr lang="en-US" sz="2400"/>
        </a:p>
      </dgm:t>
    </dgm:pt>
    <dgm:pt modelId="{2B9988CF-E732-47C3-92D8-B2BD88DA3A9C}" type="pres">
      <dgm:prSet presAssocID="{35BD0BF2-D7F8-4B34-9C36-B18639DEFEC0}" presName="root" presStyleCnt="0">
        <dgm:presLayoutVars>
          <dgm:dir/>
          <dgm:resizeHandles val="exact"/>
        </dgm:presLayoutVars>
      </dgm:prSet>
      <dgm:spPr/>
    </dgm:pt>
    <dgm:pt modelId="{B641929D-BDDB-4ACF-BFE5-32DD42F9BF0A}" type="pres">
      <dgm:prSet presAssocID="{E7110F3C-2C2D-4DEE-A9C8-132AEF2B9E69}" presName="compNode" presStyleCnt="0"/>
      <dgm:spPr/>
    </dgm:pt>
    <dgm:pt modelId="{BB0E5A74-A41B-48F5-9FA8-1808634B1E87}" type="pres">
      <dgm:prSet presAssocID="{E7110F3C-2C2D-4DEE-A9C8-132AEF2B9E6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865DA75-8E11-4DA1-AE2C-DEF831F37379}" type="pres">
      <dgm:prSet presAssocID="{E7110F3C-2C2D-4DEE-A9C8-132AEF2B9E69}" presName="spaceRect" presStyleCnt="0"/>
      <dgm:spPr/>
    </dgm:pt>
    <dgm:pt modelId="{AFFED8C5-F73A-44CE-9338-D65F1689783A}" type="pres">
      <dgm:prSet presAssocID="{E7110F3C-2C2D-4DEE-A9C8-132AEF2B9E69}" presName="textRect" presStyleLbl="revTx" presStyleIdx="0" presStyleCnt="5">
        <dgm:presLayoutVars>
          <dgm:chMax val="1"/>
          <dgm:chPref val="1"/>
        </dgm:presLayoutVars>
      </dgm:prSet>
      <dgm:spPr/>
    </dgm:pt>
    <dgm:pt modelId="{DDA369BE-1A66-467E-9D14-9493C9081269}" type="pres">
      <dgm:prSet presAssocID="{378FA11F-09EF-4094-855C-18EA5DA484DF}" presName="sibTrans" presStyleCnt="0"/>
      <dgm:spPr/>
    </dgm:pt>
    <dgm:pt modelId="{0DB34B35-1AED-4163-A985-4B374B3A0BB2}" type="pres">
      <dgm:prSet presAssocID="{7D8BFAD8-C655-45B0-B760-F75A76D1A0FF}" presName="compNode" presStyleCnt="0"/>
      <dgm:spPr/>
    </dgm:pt>
    <dgm:pt modelId="{C455A557-9561-4B4E-A348-14849243ACD1}" type="pres">
      <dgm:prSet presAssocID="{7D8BFAD8-C655-45B0-B760-F75A76D1A0F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laroidPictures"/>
        </a:ext>
      </dgm:extLst>
    </dgm:pt>
    <dgm:pt modelId="{63DDAF84-FBE8-439B-916E-C0FF1EC75B4F}" type="pres">
      <dgm:prSet presAssocID="{7D8BFAD8-C655-45B0-B760-F75A76D1A0FF}" presName="spaceRect" presStyleCnt="0"/>
      <dgm:spPr/>
    </dgm:pt>
    <dgm:pt modelId="{C280F1CC-93F0-4C90-9B37-DBBBA0B36925}" type="pres">
      <dgm:prSet presAssocID="{7D8BFAD8-C655-45B0-B760-F75A76D1A0FF}" presName="textRect" presStyleLbl="revTx" presStyleIdx="1" presStyleCnt="5">
        <dgm:presLayoutVars>
          <dgm:chMax val="1"/>
          <dgm:chPref val="1"/>
        </dgm:presLayoutVars>
      </dgm:prSet>
      <dgm:spPr/>
    </dgm:pt>
    <dgm:pt modelId="{B4C0AF7A-CCD2-460A-9420-F62FD91B5658}" type="pres">
      <dgm:prSet presAssocID="{0273FA7E-71CA-4F57-B9C6-ADA802D0D772}" presName="sibTrans" presStyleCnt="0"/>
      <dgm:spPr/>
    </dgm:pt>
    <dgm:pt modelId="{479B3439-DB1C-4D14-82E7-F15F0EEB8F72}" type="pres">
      <dgm:prSet presAssocID="{8B58FC01-1CD2-4DFD-B05A-74077D1F84C8}" presName="compNode" presStyleCnt="0"/>
      <dgm:spPr/>
    </dgm:pt>
    <dgm:pt modelId="{3140423B-FE74-4B68-B792-2015AABE99F5}" type="pres">
      <dgm:prSet presAssocID="{8B58FC01-1CD2-4DFD-B05A-74077D1F84C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"/>
        </a:ext>
      </dgm:extLst>
    </dgm:pt>
    <dgm:pt modelId="{FE49445E-2CF6-4EA3-81FA-4C14C579833F}" type="pres">
      <dgm:prSet presAssocID="{8B58FC01-1CD2-4DFD-B05A-74077D1F84C8}" presName="spaceRect" presStyleCnt="0"/>
      <dgm:spPr/>
    </dgm:pt>
    <dgm:pt modelId="{20F7B8E0-99B4-46DA-A655-506EF2B0FB0E}" type="pres">
      <dgm:prSet presAssocID="{8B58FC01-1CD2-4DFD-B05A-74077D1F84C8}" presName="textRect" presStyleLbl="revTx" presStyleIdx="2" presStyleCnt="5">
        <dgm:presLayoutVars>
          <dgm:chMax val="1"/>
          <dgm:chPref val="1"/>
        </dgm:presLayoutVars>
      </dgm:prSet>
      <dgm:spPr/>
    </dgm:pt>
    <dgm:pt modelId="{C49AAB97-EFF8-4FC2-B453-5F429B4F0808}" type="pres">
      <dgm:prSet presAssocID="{0BA10AA6-3A03-4645-9E00-C0C7E4D4B1F3}" presName="sibTrans" presStyleCnt="0"/>
      <dgm:spPr/>
    </dgm:pt>
    <dgm:pt modelId="{CDB5F776-B93F-4616-AAD9-BB3A6727EB4F}" type="pres">
      <dgm:prSet presAssocID="{F6006F64-CD92-42C5-A180-3416326985F6}" presName="compNode" presStyleCnt="0"/>
      <dgm:spPr/>
    </dgm:pt>
    <dgm:pt modelId="{094B1E3B-E856-410F-A869-503ACB8DF360}" type="pres">
      <dgm:prSet presAssocID="{F6006F64-CD92-42C5-A180-3416326985F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6E8DCDAF-CD8C-48D4-8B15-306B9FA247E2}" type="pres">
      <dgm:prSet presAssocID="{F6006F64-CD92-42C5-A180-3416326985F6}" presName="spaceRect" presStyleCnt="0"/>
      <dgm:spPr/>
    </dgm:pt>
    <dgm:pt modelId="{0D41D773-A930-4022-B84B-42417B237C20}" type="pres">
      <dgm:prSet presAssocID="{F6006F64-CD92-42C5-A180-3416326985F6}" presName="textRect" presStyleLbl="revTx" presStyleIdx="3" presStyleCnt="5">
        <dgm:presLayoutVars>
          <dgm:chMax val="1"/>
          <dgm:chPref val="1"/>
        </dgm:presLayoutVars>
      </dgm:prSet>
      <dgm:spPr/>
    </dgm:pt>
    <dgm:pt modelId="{D91547C7-1698-4F82-A474-2A1FE614B343}" type="pres">
      <dgm:prSet presAssocID="{10AEEECE-B1F0-4305-B324-EA98B86EAB65}" presName="sibTrans" presStyleCnt="0"/>
      <dgm:spPr/>
    </dgm:pt>
    <dgm:pt modelId="{B6539456-683F-44DC-AF0B-5F31AAB82E01}" type="pres">
      <dgm:prSet presAssocID="{EDDABC57-EF9B-4C98-A3FD-E00D32B8880B}" presName="compNode" presStyleCnt="0"/>
      <dgm:spPr/>
    </dgm:pt>
    <dgm:pt modelId="{2B344B99-DBE5-4359-9165-0F07669AE896}" type="pres">
      <dgm:prSet presAssocID="{EDDABC57-EF9B-4C98-A3FD-E00D32B8880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02B3297E-6C81-4956-9623-8192D2C0C302}" type="pres">
      <dgm:prSet presAssocID="{EDDABC57-EF9B-4C98-A3FD-E00D32B8880B}" presName="spaceRect" presStyleCnt="0"/>
      <dgm:spPr/>
    </dgm:pt>
    <dgm:pt modelId="{711AA37B-FEBF-467F-B5FA-58D7AB91D872}" type="pres">
      <dgm:prSet presAssocID="{EDDABC57-EF9B-4C98-A3FD-E00D32B8880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34AE220-501B-4A26-A59A-D736C23D6F8D}" srcId="{35BD0BF2-D7F8-4B34-9C36-B18639DEFEC0}" destId="{8B58FC01-1CD2-4DFD-B05A-74077D1F84C8}" srcOrd="2" destOrd="0" parTransId="{B37FE02C-224F-486B-BBB6-FE857A807D4D}" sibTransId="{0BA10AA6-3A03-4645-9E00-C0C7E4D4B1F3}"/>
    <dgm:cxn modelId="{D3D77439-4913-4DD6-B9CA-FE16F0841FE9}" srcId="{35BD0BF2-D7F8-4B34-9C36-B18639DEFEC0}" destId="{E7110F3C-2C2D-4DEE-A9C8-132AEF2B9E69}" srcOrd="0" destOrd="0" parTransId="{532D7710-0071-4941-9B9B-4F7AF2D2BD61}" sibTransId="{378FA11F-09EF-4094-855C-18EA5DA484DF}"/>
    <dgm:cxn modelId="{DE892C5E-5EC9-4DB4-B52A-0F0E7386D16B}" srcId="{35BD0BF2-D7F8-4B34-9C36-B18639DEFEC0}" destId="{7D8BFAD8-C655-45B0-B760-F75A76D1A0FF}" srcOrd="1" destOrd="0" parTransId="{696CABC0-4D44-47E5-AFA7-8618910BCE2F}" sibTransId="{0273FA7E-71CA-4F57-B9C6-ADA802D0D772}"/>
    <dgm:cxn modelId="{648D2149-2B09-48DF-BA82-CB1BD67840E7}" type="presOf" srcId="{7D8BFAD8-C655-45B0-B760-F75A76D1A0FF}" destId="{C280F1CC-93F0-4C90-9B37-DBBBA0B36925}" srcOrd="0" destOrd="0" presId="urn:microsoft.com/office/officeart/2018/2/layout/IconLabelList"/>
    <dgm:cxn modelId="{50A21057-84B0-4FE4-AE57-D339E5BA0A8E}" srcId="{35BD0BF2-D7F8-4B34-9C36-B18639DEFEC0}" destId="{EDDABC57-EF9B-4C98-A3FD-E00D32B8880B}" srcOrd="4" destOrd="0" parTransId="{7F1008F8-F0C7-4FA5-A748-50749871D99C}" sibTransId="{C27C66F5-7C82-4611-B2CD-5E608B97D88D}"/>
    <dgm:cxn modelId="{288C0759-7333-4A2C-AD3B-2B269FFB4C97}" type="presOf" srcId="{8B58FC01-1CD2-4DFD-B05A-74077D1F84C8}" destId="{20F7B8E0-99B4-46DA-A655-506EF2B0FB0E}" srcOrd="0" destOrd="0" presId="urn:microsoft.com/office/officeart/2018/2/layout/IconLabelList"/>
    <dgm:cxn modelId="{1DB9E19A-3B78-4FE3-A5A2-BF86134634FF}" type="presOf" srcId="{F6006F64-CD92-42C5-A180-3416326985F6}" destId="{0D41D773-A930-4022-B84B-42417B237C20}" srcOrd="0" destOrd="0" presId="urn:microsoft.com/office/officeart/2018/2/layout/IconLabelList"/>
    <dgm:cxn modelId="{AACDB79C-00C8-42AA-9942-71FE116857CF}" type="presOf" srcId="{35BD0BF2-D7F8-4B34-9C36-B18639DEFEC0}" destId="{2B9988CF-E732-47C3-92D8-B2BD88DA3A9C}" srcOrd="0" destOrd="0" presId="urn:microsoft.com/office/officeart/2018/2/layout/IconLabelList"/>
    <dgm:cxn modelId="{259F24B6-51DC-4DB6-A53B-206759F48AE5}" type="presOf" srcId="{EDDABC57-EF9B-4C98-A3FD-E00D32B8880B}" destId="{711AA37B-FEBF-467F-B5FA-58D7AB91D872}" srcOrd="0" destOrd="0" presId="urn:microsoft.com/office/officeart/2018/2/layout/IconLabelList"/>
    <dgm:cxn modelId="{A1C89BCF-5C11-4F4E-97FE-DDF45C07112B}" type="presOf" srcId="{E7110F3C-2C2D-4DEE-A9C8-132AEF2B9E69}" destId="{AFFED8C5-F73A-44CE-9338-D65F1689783A}" srcOrd="0" destOrd="0" presId="urn:microsoft.com/office/officeart/2018/2/layout/IconLabelList"/>
    <dgm:cxn modelId="{C8ADF3D5-9252-45B7-8668-2BCE96FE4C26}" srcId="{35BD0BF2-D7F8-4B34-9C36-B18639DEFEC0}" destId="{F6006F64-CD92-42C5-A180-3416326985F6}" srcOrd="3" destOrd="0" parTransId="{48A9B782-273F-4236-8BCC-62C69E61B5B0}" sibTransId="{10AEEECE-B1F0-4305-B324-EA98B86EAB65}"/>
    <dgm:cxn modelId="{2CBB55CD-1321-41BF-9EC8-08F06B622583}" type="presParOf" srcId="{2B9988CF-E732-47C3-92D8-B2BD88DA3A9C}" destId="{B641929D-BDDB-4ACF-BFE5-32DD42F9BF0A}" srcOrd="0" destOrd="0" presId="urn:microsoft.com/office/officeart/2018/2/layout/IconLabelList"/>
    <dgm:cxn modelId="{1B91FB95-B0B8-4F4B-8F2E-83CF64A74CF0}" type="presParOf" srcId="{B641929D-BDDB-4ACF-BFE5-32DD42F9BF0A}" destId="{BB0E5A74-A41B-48F5-9FA8-1808634B1E87}" srcOrd="0" destOrd="0" presId="urn:microsoft.com/office/officeart/2018/2/layout/IconLabelList"/>
    <dgm:cxn modelId="{0E09F1C2-671D-4852-B7D3-EBC51C0BDC46}" type="presParOf" srcId="{B641929D-BDDB-4ACF-BFE5-32DD42F9BF0A}" destId="{1865DA75-8E11-4DA1-AE2C-DEF831F37379}" srcOrd="1" destOrd="0" presId="urn:microsoft.com/office/officeart/2018/2/layout/IconLabelList"/>
    <dgm:cxn modelId="{A341981C-CF65-410A-84FD-CB809ECB99E7}" type="presParOf" srcId="{B641929D-BDDB-4ACF-BFE5-32DD42F9BF0A}" destId="{AFFED8C5-F73A-44CE-9338-D65F1689783A}" srcOrd="2" destOrd="0" presId="urn:microsoft.com/office/officeart/2018/2/layout/IconLabelList"/>
    <dgm:cxn modelId="{248A60C6-72CC-41CF-8185-58EE78BA01D6}" type="presParOf" srcId="{2B9988CF-E732-47C3-92D8-B2BD88DA3A9C}" destId="{DDA369BE-1A66-467E-9D14-9493C9081269}" srcOrd="1" destOrd="0" presId="urn:microsoft.com/office/officeart/2018/2/layout/IconLabelList"/>
    <dgm:cxn modelId="{4AAC614D-0165-422F-AA04-7EA978AD1DF3}" type="presParOf" srcId="{2B9988CF-E732-47C3-92D8-B2BD88DA3A9C}" destId="{0DB34B35-1AED-4163-A985-4B374B3A0BB2}" srcOrd="2" destOrd="0" presId="urn:microsoft.com/office/officeart/2018/2/layout/IconLabelList"/>
    <dgm:cxn modelId="{7AD6948E-D95C-4976-83F4-B778374849B1}" type="presParOf" srcId="{0DB34B35-1AED-4163-A985-4B374B3A0BB2}" destId="{C455A557-9561-4B4E-A348-14849243ACD1}" srcOrd="0" destOrd="0" presId="urn:microsoft.com/office/officeart/2018/2/layout/IconLabelList"/>
    <dgm:cxn modelId="{B2C566BB-0AAC-4CE7-B3D9-8EAD6F3A49BD}" type="presParOf" srcId="{0DB34B35-1AED-4163-A985-4B374B3A0BB2}" destId="{63DDAF84-FBE8-439B-916E-C0FF1EC75B4F}" srcOrd="1" destOrd="0" presId="urn:microsoft.com/office/officeart/2018/2/layout/IconLabelList"/>
    <dgm:cxn modelId="{7588769D-FB28-473C-83D6-009DCB13A1A9}" type="presParOf" srcId="{0DB34B35-1AED-4163-A985-4B374B3A0BB2}" destId="{C280F1CC-93F0-4C90-9B37-DBBBA0B36925}" srcOrd="2" destOrd="0" presId="urn:microsoft.com/office/officeart/2018/2/layout/IconLabelList"/>
    <dgm:cxn modelId="{B1D12897-8881-4931-82F4-6CCD2B8BC444}" type="presParOf" srcId="{2B9988CF-E732-47C3-92D8-B2BD88DA3A9C}" destId="{B4C0AF7A-CCD2-460A-9420-F62FD91B5658}" srcOrd="3" destOrd="0" presId="urn:microsoft.com/office/officeart/2018/2/layout/IconLabelList"/>
    <dgm:cxn modelId="{89789E8E-76E5-4A28-9510-F9B41C66D3EF}" type="presParOf" srcId="{2B9988CF-E732-47C3-92D8-B2BD88DA3A9C}" destId="{479B3439-DB1C-4D14-82E7-F15F0EEB8F72}" srcOrd="4" destOrd="0" presId="urn:microsoft.com/office/officeart/2018/2/layout/IconLabelList"/>
    <dgm:cxn modelId="{36879FD8-9848-49BD-B93E-30F363411282}" type="presParOf" srcId="{479B3439-DB1C-4D14-82E7-F15F0EEB8F72}" destId="{3140423B-FE74-4B68-B792-2015AABE99F5}" srcOrd="0" destOrd="0" presId="urn:microsoft.com/office/officeart/2018/2/layout/IconLabelList"/>
    <dgm:cxn modelId="{E6089656-EE3E-4946-AE14-ED16705D0A16}" type="presParOf" srcId="{479B3439-DB1C-4D14-82E7-F15F0EEB8F72}" destId="{FE49445E-2CF6-4EA3-81FA-4C14C579833F}" srcOrd="1" destOrd="0" presId="urn:microsoft.com/office/officeart/2018/2/layout/IconLabelList"/>
    <dgm:cxn modelId="{D1DB01AA-7193-4122-BD11-DCCE7A40096E}" type="presParOf" srcId="{479B3439-DB1C-4D14-82E7-F15F0EEB8F72}" destId="{20F7B8E0-99B4-46DA-A655-506EF2B0FB0E}" srcOrd="2" destOrd="0" presId="urn:microsoft.com/office/officeart/2018/2/layout/IconLabelList"/>
    <dgm:cxn modelId="{CA563E3A-E2DD-4F17-BA51-4894FF3BD9F8}" type="presParOf" srcId="{2B9988CF-E732-47C3-92D8-B2BD88DA3A9C}" destId="{C49AAB97-EFF8-4FC2-B453-5F429B4F0808}" srcOrd="5" destOrd="0" presId="urn:microsoft.com/office/officeart/2018/2/layout/IconLabelList"/>
    <dgm:cxn modelId="{78DF0F5A-436D-4BDF-9F70-E1CE0F0A2FC7}" type="presParOf" srcId="{2B9988CF-E732-47C3-92D8-B2BD88DA3A9C}" destId="{CDB5F776-B93F-4616-AAD9-BB3A6727EB4F}" srcOrd="6" destOrd="0" presId="urn:microsoft.com/office/officeart/2018/2/layout/IconLabelList"/>
    <dgm:cxn modelId="{667EEBCB-8F2D-4C9E-A0A6-BD607A6017E9}" type="presParOf" srcId="{CDB5F776-B93F-4616-AAD9-BB3A6727EB4F}" destId="{094B1E3B-E856-410F-A869-503ACB8DF360}" srcOrd="0" destOrd="0" presId="urn:microsoft.com/office/officeart/2018/2/layout/IconLabelList"/>
    <dgm:cxn modelId="{542E27D7-CD12-48BD-BF5B-1B834566D455}" type="presParOf" srcId="{CDB5F776-B93F-4616-AAD9-BB3A6727EB4F}" destId="{6E8DCDAF-CD8C-48D4-8B15-306B9FA247E2}" srcOrd="1" destOrd="0" presId="urn:microsoft.com/office/officeart/2018/2/layout/IconLabelList"/>
    <dgm:cxn modelId="{9C2249F5-A8AD-4E58-A1C5-BF8FFE6827A4}" type="presParOf" srcId="{CDB5F776-B93F-4616-AAD9-BB3A6727EB4F}" destId="{0D41D773-A930-4022-B84B-42417B237C20}" srcOrd="2" destOrd="0" presId="urn:microsoft.com/office/officeart/2018/2/layout/IconLabelList"/>
    <dgm:cxn modelId="{83D26E18-469A-493F-A6A1-6B2A0296C489}" type="presParOf" srcId="{2B9988CF-E732-47C3-92D8-B2BD88DA3A9C}" destId="{D91547C7-1698-4F82-A474-2A1FE614B343}" srcOrd="7" destOrd="0" presId="urn:microsoft.com/office/officeart/2018/2/layout/IconLabelList"/>
    <dgm:cxn modelId="{45CF08D0-11D9-4EA8-9104-55A99AB68677}" type="presParOf" srcId="{2B9988CF-E732-47C3-92D8-B2BD88DA3A9C}" destId="{B6539456-683F-44DC-AF0B-5F31AAB82E01}" srcOrd="8" destOrd="0" presId="urn:microsoft.com/office/officeart/2018/2/layout/IconLabelList"/>
    <dgm:cxn modelId="{11AE1F45-DD0F-43EA-840E-C3AD2814939E}" type="presParOf" srcId="{B6539456-683F-44DC-AF0B-5F31AAB82E01}" destId="{2B344B99-DBE5-4359-9165-0F07669AE896}" srcOrd="0" destOrd="0" presId="urn:microsoft.com/office/officeart/2018/2/layout/IconLabelList"/>
    <dgm:cxn modelId="{ADAA6B70-F072-4EC0-9696-1F3BD8684BA6}" type="presParOf" srcId="{B6539456-683F-44DC-AF0B-5F31AAB82E01}" destId="{02B3297E-6C81-4956-9623-8192D2C0C302}" srcOrd="1" destOrd="0" presId="urn:microsoft.com/office/officeart/2018/2/layout/IconLabelList"/>
    <dgm:cxn modelId="{4E4FE504-90FE-4932-993A-CB2C29CD8258}" type="presParOf" srcId="{B6539456-683F-44DC-AF0B-5F31AAB82E01}" destId="{711AA37B-FEBF-467F-B5FA-58D7AB91D8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E5A74-A41B-48F5-9FA8-1808634B1E87}">
      <dsp:nvSpPr>
        <dsp:cNvPr id="0" name=""/>
        <dsp:cNvSpPr/>
      </dsp:nvSpPr>
      <dsp:spPr>
        <a:xfrm>
          <a:off x="749307" y="1146704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ED8C5-F73A-44CE-9338-D65F1689783A}">
      <dsp:nvSpPr>
        <dsp:cNvPr id="0" name=""/>
        <dsp:cNvSpPr/>
      </dsp:nvSpPr>
      <dsp:spPr>
        <a:xfrm>
          <a:off x="254307" y="2226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Background</a:t>
          </a:r>
          <a:endParaRPr lang="en-US" sz="2400" kern="1200"/>
        </a:p>
      </dsp:txBody>
      <dsp:txXfrm>
        <a:off x="254307" y="2226777"/>
        <a:ext cx="1800000" cy="720000"/>
      </dsp:txXfrm>
    </dsp:sp>
    <dsp:sp modelId="{C455A557-9561-4B4E-A348-14849243ACD1}">
      <dsp:nvSpPr>
        <dsp:cNvPr id="0" name=""/>
        <dsp:cNvSpPr/>
      </dsp:nvSpPr>
      <dsp:spPr>
        <a:xfrm>
          <a:off x="2864307" y="1146704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0F1CC-93F0-4C90-9B37-DBBBA0B36925}">
      <dsp:nvSpPr>
        <dsp:cNvPr id="0" name=""/>
        <dsp:cNvSpPr/>
      </dsp:nvSpPr>
      <dsp:spPr>
        <a:xfrm>
          <a:off x="2369307" y="2226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Family</a:t>
          </a:r>
        </a:p>
      </dsp:txBody>
      <dsp:txXfrm>
        <a:off x="2369307" y="2226777"/>
        <a:ext cx="1800000" cy="720000"/>
      </dsp:txXfrm>
    </dsp:sp>
    <dsp:sp modelId="{3140423B-FE74-4B68-B792-2015AABE99F5}">
      <dsp:nvSpPr>
        <dsp:cNvPr id="0" name=""/>
        <dsp:cNvSpPr/>
      </dsp:nvSpPr>
      <dsp:spPr>
        <a:xfrm>
          <a:off x="4979307" y="1146704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7B8E0-99B4-46DA-A655-506EF2B0FB0E}">
      <dsp:nvSpPr>
        <dsp:cNvPr id="0" name=""/>
        <dsp:cNvSpPr/>
      </dsp:nvSpPr>
      <dsp:spPr>
        <a:xfrm>
          <a:off x="4484307" y="2226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Schedule</a:t>
          </a:r>
        </a:p>
      </dsp:txBody>
      <dsp:txXfrm>
        <a:off x="4484307" y="2226777"/>
        <a:ext cx="1800000" cy="720000"/>
      </dsp:txXfrm>
    </dsp:sp>
    <dsp:sp modelId="{094B1E3B-E856-410F-A869-503ACB8DF360}">
      <dsp:nvSpPr>
        <dsp:cNvPr id="0" name=""/>
        <dsp:cNvSpPr/>
      </dsp:nvSpPr>
      <dsp:spPr>
        <a:xfrm>
          <a:off x="7094307" y="1146704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1D773-A930-4022-B84B-42417B237C20}">
      <dsp:nvSpPr>
        <dsp:cNvPr id="0" name=""/>
        <dsp:cNvSpPr/>
      </dsp:nvSpPr>
      <dsp:spPr>
        <a:xfrm>
          <a:off x="6599307" y="2226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Hobby</a:t>
          </a:r>
        </a:p>
      </dsp:txBody>
      <dsp:txXfrm>
        <a:off x="6599307" y="2226777"/>
        <a:ext cx="1800000" cy="720000"/>
      </dsp:txXfrm>
    </dsp:sp>
    <dsp:sp modelId="{2B344B99-DBE5-4359-9165-0F07669AE896}">
      <dsp:nvSpPr>
        <dsp:cNvPr id="0" name=""/>
        <dsp:cNvSpPr/>
      </dsp:nvSpPr>
      <dsp:spPr>
        <a:xfrm>
          <a:off x="9209307" y="1146704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AA37B-FEBF-467F-B5FA-58D7AB91D872}">
      <dsp:nvSpPr>
        <dsp:cNvPr id="0" name=""/>
        <dsp:cNvSpPr/>
      </dsp:nvSpPr>
      <dsp:spPr>
        <a:xfrm>
          <a:off x="8714307" y="2226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Dream</a:t>
          </a:r>
          <a:r>
            <a:rPr lang="en-US" sz="2400" kern="1200" dirty="0">
              <a:solidFill>
                <a:schemeClr val="accent1">
                  <a:lumMod val="60000"/>
                  <a:lumOff val="40000"/>
                </a:schemeClr>
              </a:solidFill>
            </a:rPr>
            <a:t> </a:t>
          </a:r>
        </a:p>
      </dsp:txBody>
      <dsp:txXfrm>
        <a:off x="8714307" y="2226777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E5A74-A41B-48F5-9FA8-1808634B1E87}">
      <dsp:nvSpPr>
        <dsp:cNvPr id="0" name=""/>
        <dsp:cNvSpPr/>
      </dsp:nvSpPr>
      <dsp:spPr>
        <a:xfrm>
          <a:off x="468280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ED8C5-F73A-44CE-9338-D65F1689783A}">
      <dsp:nvSpPr>
        <dsp:cNvPr id="0" name=""/>
        <dsp:cNvSpPr/>
      </dsp:nvSpPr>
      <dsp:spPr>
        <a:xfrm>
          <a:off x="4701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tx2">
                  <a:lumMod val="20000"/>
                  <a:lumOff val="80000"/>
                </a:schemeClr>
              </a:solidFill>
            </a:rPr>
            <a:t>Background</a:t>
          </a:r>
        </a:p>
      </dsp:txBody>
      <dsp:txXfrm>
        <a:off x="4701" y="2215406"/>
        <a:ext cx="1685742" cy="674296"/>
      </dsp:txXfrm>
    </dsp:sp>
    <dsp:sp modelId="{C455A557-9561-4B4E-A348-14849243ACD1}">
      <dsp:nvSpPr>
        <dsp:cNvPr id="0" name=""/>
        <dsp:cNvSpPr/>
      </dsp:nvSpPr>
      <dsp:spPr>
        <a:xfrm>
          <a:off x="2449027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0F1CC-93F0-4C90-9B37-DBBBA0B36925}">
      <dsp:nvSpPr>
        <dsp:cNvPr id="0" name=""/>
        <dsp:cNvSpPr/>
      </dsp:nvSpPr>
      <dsp:spPr>
        <a:xfrm>
          <a:off x="1985448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</a:rPr>
            <a:t>Family</a:t>
          </a:r>
        </a:p>
      </dsp:txBody>
      <dsp:txXfrm>
        <a:off x="1985448" y="2215406"/>
        <a:ext cx="1685742" cy="674296"/>
      </dsp:txXfrm>
    </dsp:sp>
    <dsp:sp modelId="{3140423B-FE74-4B68-B792-2015AABE99F5}">
      <dsp:nvSpPr>
        <dsp:cNvPr id="0" name=""/>
        <dsp:cNvSpPr/>
      </dsp:nvSpPr>
      <dsp:spPr>
        <a:xfrm>
          <a:off x="4429774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7B8E0-99B4-46DA-A655-506EF2B0FB0E}">
      <dsp:nvSpPr>
        <dsp:cNvPr id="0" name=""/>
        <dsp:cNvSpPr/>
      </dsp:nvSpPr>
      <dsp:spPr>
        <a:xfrm>
          <a:off x="3966195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Schedule</a:t>
          </a:r>
        </a:p>
      </dsp:txBody>
      <dsp:txXfrm>
        <a:off x="3966195" y="2215406"/>
        <a:ext cx="1685742" cy="674296"/>
      </dsp:txXfrm>
    </dsp:sp>
    <dsp:sp modelId="{094B1E3B-E856-410F-A869-503ACB8DF360}">
      <dsp:nvSpPr>
        <dsp:cNvPr id="0" name=""/>
        <dsp:cNvSpPr/>
      </dsp:nvSpPr>
      <dsp:spPr>
        <a:xfrm>
          <a:off x="6410521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1D773-A930-4022-B84B-42417B237C20}">
      <dsp:nvSpPr>
        <dsp:cNvPr id="0" name=""/>
        <dsp:cNvSpPr/>
      </dsp:nvSpPr>
      <dsp:spPr>
        <a:xfrm>
          <a:off x="5946942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Hobby</a:t>
          </a:r>
        </a:p>
      </dsp:txBody>
      <dsp:txXfrm>
        <a:off x="5946942" y="2215406"/>
        <a:ext cx="1685742" cy="674296"/>
      </dsp:txXfrm>
    </dsp:sp>
    <dsp:sp modelId="{2B344B99-DBE5-4359-9165-0F07669AE896}">
      <dsp:nvSpPr>
        <dsp:cNvPr id="0" name=""/>
        <dsp:cNvSpPr/>
      </dsp:nvSpPr>
      <dsp:spPr>
        <a:xfrm>
          <a:off x="8391268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AA37B-FEBF-467F-B5FA-58D7AB91D872}">
      <dsp:nvSpPr>
        <dsp:cNvPr id="0" name=""/>
        <dsp:cNvSpPr/>
      </dsp:nvSpPr>
      <dsp:spPr>
        <a:xfrm>
          <a:off x="7927689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Dream</a:t>
          </a:r>
          <a:r>
            <a:rPr lang="en-US" sz="2400" kern="1200" dirty="0"/>
            <a:t> </a:t>
          </a:r>
        </a:p>
      </dsp:txBody>
      <dsp:txXfrm>
        <a:off x="7927689" y="2215406"/>
        <a:ext cx="1685742" cy="6742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E5A74-A41B-48F5-9FA8-1808634B1E87}">
      <dsp:nvSpPr>
        <dsp:cNvPr id="0" name=""/>
        <dsp:cNvSpPr/>
      </dsp:nvSpPr>
      <dsp:spPr>
        <a:xfrm>
          <a:off x="468280" y="1104689"/>
          <a:ext cx="758583" cy="7585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ED8C5-F73A-44CE-9338-D65F1689783A}">
      <dsp:nvSpPr>
        <dsp:cNvPr id="0" name=""/>
        <dsp:cNvSpPr/>
      </dsp:nvSpPr>
      <dsp:spPr>
        <a:xfrm>
          <a:off x="4701" y="2145921"/>
          <a:ext cx="1685742" cy="842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tx2">
                  <a:lumMod val="20000"/>
                  <a:lumOff val="80000"/>
                </a:schemeClr>
              </a:solidFill>
            </a:rPr>
            <a:t>Background</a:t>
          </a:r>
        </a:p>
      </dsp:txBody>
      <dsp:txXfrm>
        <a:off x="4701" y="2145921"/>
        <a:ext cx="1685742" cy="842871"/>
      </dsp:txXfrm>
    </dsp:sp>
    <dsp:sp modelId="{C455A557-9561-4B4E-A348-14849243ACD1}">
      <dsp:nvSpPr>
        <dsp:cNvPr id="0" name=""/>
        <dsp:cNvSpPr/>
      </dsp:nvSpPr>
      <dsp:spPr>
        <a:xfrm>
          <a:off x="2449027" y="1104689"/>
          <a:ext cx="758583" cy="7585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0F1CC-93F0-4C90-9B37-DBBBA0B36925}">
      <dsp:nvSpPr>
        <dsp:cNvPr id="0" name=""/>
        <dsp:cNvSpPr/>
      </dsp:nvSpPr>
      <dsp:spPr>
        <a:xfrm>
          <a:off x="1985448" y="2145921"/>
          <a:ext cx="1685742" cy="842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Family</a:t>
          </a:r>
        </a:p>
      </dsp:txBody>
      <dsp:txXfrm>
        <a:off x="1985448" y="2145921"/>
        <a:ext cx="1685742" cy="842871"/>
      </dsp:txXfrm>
    </dsp:sp>
    <dsp:sp modelId="{3140423B-FE74-4B68-B792-2015AABE99F5}">
      <dsp:nvSpPr>
        <dsp:cNvPr id="0" name=""/>
        <dsp:cNvSpPr/>
      </dsp:nvSpPr>
      <dsp:spPr>
        <a:xfrm>
          <a:off x="4429774" y="1104689"/>
          <a:ext cx="758583" cy="7585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7B8E0-99B4-46DA-A655-506EF2B0FB0E}">
      <dsp:nvSpPr>
        <dsp:cNvPr id="0" name=""/>
        <dsp:cNvSpPr/>
      </dsp:nvSpPr>
      <dsp:spPr>
        <a:xfrm>
          <a:off x="3966195" y="2145921"/>
          <a:ext cx="1685742" cy="842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Schedule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b="1" kern="1200" dirty="0"/>
        </a:p>
      </dsp:txBody>
      <dsp:txXfrm>
        <a:off x="3966195" y="2145921"/>
        <a:ext cx="1685742" cy="842871"/>
      </dsp:txXfrm>
    </dsp:sp>
    <dsp:sp modelId="{094B1E3B-E856-410F-A869-503ACB8DF360}">
      <dsp:nvSpPr>
        <dsp:cNvPr id="0" name=""/>
        <dsp:cNvSpPr/>
      </dsp:nvSpPr>
      <dsp:spPr>
        <a:xfrm>
          <a:off x="6410521" y="1104689"/>
          <a:ext cx="758583" cy="7585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1D773-A930-4022-B84B-42417B237C20}">
      <dsp:nvSpPr>
        <dsp:cNvPr id="0" name=""/>
        <dsp:cNvSpPr/>
      </dsp:nvSpPr>
      <dsp:spPr>
        <a:xfrm>
          <a:off x="5946942" y="2145921"/>
          <a:ext cx="1685742" cy="842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Hobby</a:t>
          </a:r>
        </a:p>
      </dsp:txBody>
      <dsp:txXfrm>
        <a:off x="5946942" y="2145921"/>
        <a:ext cx="1685742" cy="842871"/>
      </dsp:txXfrm>
    </dsp:sp>
    <dsp:sp modelId="{2B344B99-DBE5-4359-9165-0F07669AE896}">
      <dsp:nvSpPr>
        <dsp:cNvPr id="0" name=""/>
        <dsp:cNvSpPr/>
      </dsp:nvSpPr>
      <dsp:spPr>
        <a:xfrm>
          <a:off x="8391268" y="1104689"/>
          <a:ext cx="758583" cy="7585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AA37B-FEBF-467F-B5FA-58D7AB91D872}">
      <dsp:nvSpPr>
        <dsp:cNvPr id="0" name=""/>
        <dsp:cNvSpPr/>
      </dsp:nvSpPr>
      <dsp:spPr>
        <a:xfrm>
          <a:off x="7927689" y="2145921"/>
          <a:ext cx="1685742" cy="842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Dream</a:t>
          </a:r>
          <a:r>
            <a:rPr lang="en-US" sz="2400" kern="1200" dirty="0"/>
            <a:t> </a:t>
          </a:r>
        </a:p>
      </dsp:txBody>
      <dsp:txXfrm>
        <a:off x="7927689" y="2145921"/>
        <a:ext cx="1685742" cy="8428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E5A74-A41B-48F5-9FA8-1808634B1E87}">
      <dsp:nvSpPr>
        <dsp:cNvPr id="0" name=""/>
        <dsp:cNvSpPr/>
      </dsp:nvSpPr>
      <dsp:spPr>
        <a:xfrm>
          <a:off x="468280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ED8C5-F73A-44CE-9338-D65F1689783A}">
      <dsp:nvSpPr>
        <dsp:cNvPr id="0" name=""/>
        <dsp:cNvSpPr/>
      </dsp:nvSpPr>
      <dsp:spPr>
        <a:xfrm>
          <a:off x="4701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>
              <a:solidFill>
                <a:schemeClr val="tx2">
                  <a:lumMod val="20000"/>
                  <a:lumOff val="80000"/>
                </a:schemeClr>
              </a:solidFill>
            </a:rPr>
            <a:t>Background</a:t>
          </a:r>
        </a:p>
      </dsp:txBody>
      <dsp:txXfrm>
        <a:off x="4701" y="2215406"/>
        <a:ext cx="1685742" cy="674296"/>
      </dsp:txXfrm>
    </dsp:sp>
    <dsp:sp modelId="{C455A557-9561-4B4E-A348-14849243ACD1}">
      <dsp:nvSpPr>
        <dsp:cNvPr id="0" name=""/>
        <dsp:cNvSpPr/>
      </dsp:nvSpPr>
      <dsp:spPr>
        <a:xfrm>
          <a:off x="2449027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0F1CC-93F0-4C90-9B37-DBBBA0B36925}">
      <dsp:nvSpPr>
        <dsp:cNvPr id="0" name=""/>
        <dsp:cNvSpPr/>
      </dsp:nvSpPr>
      <dsp:spPr>
        <a:xfrm>
          <a:off x="1985448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>
                  <a:lumMod val="20000"/>
                  <a:lumOff val="80000"/>
                </a:schemeClr>
              </a:solidFill>
            </a:rPr>
            <a:t>Family</a:t>
          </a:r>
        </a:p>
      </dsp:txBody>
      <dsp:txXfrm>
        <a:off x="1985448" y="2215406"/>
        <a:ext cx="1685742" cy="674296"/>
      </dsp:txXfrm>
    </dsp:sp>
    <dsp:sp modelId="{3140423B-FE74-4B68-B792-2015AABE99F5}">
      <dsp:nvSpPr>
        <dsp:cNvPr id="0" name=""/>
        <dsp:cNvSpPr/>
      </dsp:nvSpPr>
      <dsp:spPr>
        <a:xfrm>
          <a:off x="4429774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7B8E0-99B4-46DA-A655-506EF2B0FB0E}">
      <dsp:nvSpPr>
        <dsp:cNvPr id="0" name=""/>
        <dsp:cNvSpPr/>
      </dsp:nvSpPr>
      <dsp:spPr>
        <a:xfrm>
          <a:off x="3966195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>
                  <a:lumMod val="20000"/>
                  <a:lumOff val="80000"/>
                </a:schemeClr>
              </a:solidFill>
            </a:rPr>
            <a:t>Schedule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>
            <a:solidFill>
              <a:schemeClr val="tx2">
                <a:lumMod val="20000"/>
                <a:lumOff val="80000"/>
              </a:schemeClr>
            </a:solidFill>
          </a:endParaRPr>
        </a:p>
      </dsp:txBody>
      <dsp:txXfrm>
        <a:off x="3966195" y="2215406"/>
        <a:ext cx="1685742" cy="674296"/>
      </dsp:txXfrm>
    </dsp:sp>
    <dsp:sp modelId="{094B1E3B-E856-410F-A869-503ACB8DF360}">
      <dsp:nvSpPr>
        <dsp:cNvPr id="0" name=""/>
        <dsp:cNvSpPr/>
      </dsp:nvSpPr>
      <dsp:spPr>
        <a:xfrm>
          <a:off x="6410521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1D773-A930-4022-B84B-42417B237C20}">
      <dsp:nvSpPr>
        <dsp:cNvPr id="0" name=""/>
        <dsp:cNvSpPr/>
      </dsp:nvSpPr>
      <dsp:spPr>
        <a:xfrm>
          <a:off x="5946942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Hobby</a:t>
          </a:r>
        </a:p>
      </dsp:txBody>
      <dsp:txXfrm>
        <a:off x="5946942" y="2215406"/>
        <a:ext cx="1685742" cy="674296"/>
      </dsp:txXfrm>
    </dsp:sp>
    <dsp:sp modelId="{2B344B99-DBE5-4359-9165-0F07669AE896}">
      <dsp:nvSpPr>
        <dsp:cNvPr id="0" name=""/>
        <dsp:cNvSpPr/>
      </dsp:nvSpPr>
      <dsp:spPr>
        <a:xfrm>
          <a:off x="8391268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AA37B-FEBF-467F-B5FA-58D7AB91D872}">
      <dsp:nvSpPr>
        <dsp:cNvPr id="0" name=""/>
        <dsp:cNvSpPr/>
      </dsp:nvSpPr>
      <dsp:spPr>
        <a:xfrm>
          <a:off x="7927689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>
                  <a:lumMod val="20000"/>
                  <a:lumOff val="80000"/>
                </a:schemeClr>
              </a:solidFill>
            </a:rPr>
            <a:t>Dream </a:t>
          </a:r>
        </a:p>
      </dsp:txBody>
      <dsp:txXfrm>
        <a:off x="7927689" y="2215406"/>
        <a:ext cx="1685742" cy="6742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E5A74-A41B-48F5-9FA8-1808634B1E87}">
      <dsp:nvSpPr>
        <dsp:cNvPr id="0" name=""/>
        <dsp:cNvSpPr/>
      </dsp:nvSpPr>
      <dsp:spPr>
        <a:xfrm>
          <a:off x="468280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ED8C5-F73A-44CE-9338-D65F1689783A}">
      <dsp:nvSpPr>
        <dsp:cNvPr id="0" name=""/>
        <dsp:cNvSpPr/>
      </dsp:nvSpPr>
      <dsp:spPr>
        <a:xfrm>
          <a:off x="4701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tx2">
                  <a:lumMod val="20000"/>
                  <a:lumOff val="80000"/>
                </a:schemeClr>
              </a:solidFill>
            </a:rPr>
            <a:t>Background</a:t>
          </a:r>
        </a:p>
      </dsp:txBody>
      <dsp:txXfrm>
        <a:off x="4701" y="2215406"/>
        <a:ext cx="1685742" cy="674296"/>
      </dsp:txXfrm>
    </dsp:sp>
    <dsp:sp modelId="{C455A557-9561-4B4E-A348-14849243ACD1}">
      <dsp:nvSpPr>
        <dsp:cNvPr id="0" name=""/>
        <dsp:cNvSpPr/>
      </dsp:nvSpPr>
      <dsp:spPr>
        <a:xfrm>
          <a:off x="2449027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0F1CC-93F0-4C90-9B37-DBBBA0B36925}">
      <dsp:nvSpPr>
        <dsp:cNvPr id="0" name=""/>
        <dsp:cNvSpPr/>
      </dsp:nvSpPr>
      <dsp:spPr>
        <a:xfrm>
          <a:off x="1985448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Family</a:t>
          </a:r>
        </a:p>
      </dsp:txBody>
      <dsp:txXfrm>
        <a:off x="1985448" y="2215406"/>
        <a:ext cx="1685742" cy="674296"/>
      </dsp:txXfrm>
    </dsp:sp>
    <dsp:sp modelId="{3140423B-FE74-4B68-B792-2015AABE99F5}">
      <dsp:nvSpPr>
        <dsp:cNvPr id="0" name=""/>
        <dsp:cNvSpPr/>
      </dsp:nvSpPr>
      <dsp:spPr>
        <a:xfrm>
          <a:off x="4429774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7B8E0-99B4-46DA-A655-506EF2B0FB0E}">
      <dsp:nvSpPr>
        <dsp:cNvPr id="0" name=""/>
        <dsp:cNvSpPr/>
      </dsp:nvSpPr>
      <dsp:spPr>
        <a:xfrm>
          <a:off x="3966195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Schedule</a:t>
          </a:r>
        </a:p>
      </dsp:txBody>
      <dsp:txXfrm>
        <a:off x="3966195" y="2215406"/>
        <a:ext cx="1685742" cy="674296"/>
      </dsp:txXfrm>
    </dsp:sp>
    <dsp:sp modelId="{094B1E3B-E856-410F-A869-503ACB8DF360}">
      <dsp:nvSpPr>
        <dsp:cNvPr id="0" name=""/>
        <dsp:cNvSpPr/>
      </dsp:nvSpPr>
      <dsp:spPr>
        <a:xfrm>
          <a:off x="6410521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1D773-A930-4022-B84B-42417B237C20}">
      <dsp:nvSpPr>
        <dsp:cNvPr id="0" name=""/>
        <dsp:cNvSpPr/>
      </dsp:nvSpPr>
      <dsp:spPr>
        <a:xfrm>
          <a:off x="5946942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20000"/>
                  <a:lumOff val="80000"/>
                </a:schemeClr>
              </a:solidFill>
            </a:rPr>
            <a:t>Hobby</a:t>
          </a:r>
        </a:p>
      </dsp:txBody>
      <dsp:txXfrm>
        <a:off x="5946942" y="2215406"/>
        <a:ext cx="1685742" cy="674296"/>
      </dsp:txXfrm>
    </dsp:sp>
    <dsp:sp modelId="{2B344B99-DBE5-4359-9165-0F07669AE896}">
      <dsp:nvSpPr>
        <dsp:cNvPr id="0" name=""/>
        <dsp:cNvSpPr/>
      </dsp:nvSpPr>
      <dsp:spPr>
        <a:xfrm>
          <a:off x="8391268" y="1203778"/>
          <a:ext cx="758583" cy="7585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AA37B-FEBF-467F-B5FA-58D7AB91D872}">
      <dsp:nvSpPr>
        <dsp:cNvPr id="0" name=""/>
        <dsp:cNvSpPr/>
      </dsp:nvSpPr>
      <dsp:spPr>
        <a:xfrm>
          <a:off x="7927689" y="2215406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Dream </a:t>
          </a:r>
        </a:p>
      </dsp:txBody>
      <dsp:txXfrm>
        <a:off x="7927689" y="2215406"/>
        <a:ext cx="1685742" cy="6742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E5A74-A41B-48F5-9FA8-1808634B1E87}">
      <dsp:nvSpPr>
        <dsp:cNvPr id="0" name=""/>
        <dsp:cNvSpPr/>
      </dsp:nvSpPr>
      <dsp:spPr>
        <a:xfrm>
          <a:off x="749307" y="1146704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ED8C5-F73A-44CE-9338-D65F1689783A}">
      <dsp:nvSpPr>
        <dsp:cNvPr id="0" name=""/>
        <dsp:cNvSpPr/>
      </dsp:nvSpPr>
      <dsp:spPr>
        <a:xfrm>
          <a:off x="254307" y="2226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Background</a:t>
          </a:r>
        </a:p>
      </dsp:txBody>
      <dsp:txXfrm>
        <a:off x="254307" y="2226777"/>
        <a:ext cx="1800000" cy="720000"/>
      </dsp:txXfrm>
    </dsp:sp>
    <dsp:sp modelId="{C455A557-9561-4B4E-A348-14849243ACD1}">
      <dsp:nvSpPr>
        <dsp:cNvPr id="0" name=""/>
        <dsp:cNvSpPr/>
      </dsp:nvSpPr>
      <dsp:spPr>
        <a:xfrm>
          <a:off x="2864307" y="1146704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0F1CC-93F0-4C90-9B37-DBBBA0B36925}">
      <dsp:nvSpPr>
        <dsp:cNvPr id="0" name=""/>
        <dsp:cNvSpPr/>
      </dsp:nvSpPr>
      <dsp:spPr>
        <a:xfrm>
          <a:off x="2369307" y="2226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Family</a:t>
          </a:r>
        </a:p>
      </dsp:txBody>
      <dsp:txXfrm>
        <a:off x="2369307" y="2226777"/>
        <a:ext cx="1800000" cy="720000"/>
      </dsp:txXfrm>
    </dsp:sp>
    <dsp:sp modelId="{3140423B-FE74-4B68-B792-2015AABE99F5}">
      <dsp:nvSpPr>
        <dsp:cNvPr id="0" name=""/>
        <dsp:cNvSpPr/>
      </dsp:nvSpPr>
      <dsp:spPr>
        <a:xfrm>
          <a:off x="4979307" y="1146704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7B8E0-99B4-46DA-A655-506EF2B0FB0E}">
      <dsp:nvSpPr>
        <dsp:cNvPr id="0" name=""/>
        <dsp:cNvSpPr/>
      </dsp:nvSpPr>
      <dsp:spPr>
        <a:xfrm>
          <a:off x="4484307" y="2226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Schedule</a:t>
          </a:r>
        </a:p>
      </dsp:txBody>
      <dsp:txXfrm>
        <a:off x="4484307" y="2226777"/>
        <a:ext cx="1800000" cy="720000"/>
      </dsp:txXfrm>
    </dsp:sp>
    <dsp:sp modelId="{094B1E3B-E856-410F-A869-503ACB8DF360}">
      <dsp:nvSpPr>
        <dsp:cNvPr id="0" name=""/>
        <dsp:cNvSpPr/>
      </dsp:nvSpPr>
      <dsp:spPr>
        <a:xfrm>
          <a:off x="7094307" y="1146704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1D773-A930-4022-B84B-42417B237C20}">
      <dsp:nvSpPr>
        <dsp:cNvPr id="0" name=""/>
        <dsp:cNvSpPr/>
      </dsp:nvSpPr>
      <dsp:spPr>
        <a:xfrm>
          <a:off x="6599307" y="2226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Hobby</a:t>
          </a:r>
        </a:p>
      </dsp:txBody>
      <dsp:txXfrm>
        <a:off x="6599307" y="2226777"/>
        <a:ext cx="1800000" cy="720000"/>
      </dsp:txXfrm>
    </dsp:sp>
    <dsp:sp modelId="{2B344B99-DBE5-4359-9165-0F07669AE896}">
      <dsp:nvSpPr>
        <dsp:cNvPr id="0" name=""/>
        <dsp:cNvSpPr/>
      </dsp:nvSpPr>
      <dsp:spPr>
        <a:xfrm>
          <a:off x="9209307" y="1146704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AA37B-FEBF-467F-B5FA-58D7AB91D872}">
      <dsp:nvSpPr>
        <dsp:cNvPr id="0" name=""/>
        <dsp:cNvSpPr/>
      </dsp:nvSpPr>
      <dsp:spPr>
        <a:xfrm>
          <a:off x="8714307" y="22267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Dream </a:t>
          </a:r>
        </a:p>
      </dsp:txBody>
      <dsp:txXfrm>
        <a:off x="8714307" y="2226777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9198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474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55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0047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3781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793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201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0878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643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360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7259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990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9982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1414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3422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413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DFF2A-DAE5-43A5-94CB-90FA2F52BF84}" type="datetimeFigureOut">
              <a:rPr lang="zh-TW" altLang="en-US" smtClean="0"/>
              <a:t>2019/10/18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6F438D-8B8B-414B-B677-E99EDCBDA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30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DB00E1-D72B-4245-BD28-5C416B36E8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Self-introduction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BF7ED3A-29EF-461F-9DD5-E5C972F9EE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</a:rPr>
              <a:t>112</a:t>
            </a:r>
            <a:r>
              <a:rPr lang="zh-TW" altLang="en-US" b="1" dirty="0">
                <a:solidFill>
                  <a:schemeClr val="tx2">
                    <a:lumMod val="75000"/>
                  </a:schemeClr>
                </a:solidFill>
              </a:rPr>
              <a:t>級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zh-TW" altLang="en-US" b="1" dirty="0">
                <a:solidFill>
                  <a:schemeClr val="tx2">
                    <a:lumMod val="75000"/>
                  </a:schemeClr>
                </a:solidFill>
              </a:rPr>
              <a:t>統計系 李宗祐</a:t>
            </a:r>
            <a:endParaRPr lang="en-US" altLang="zh-TW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</a:rPr>
              <a:t>English name : Kevin</a:t>
            </a:r>
          </a:p>
        </p:txBody>
      </p:sp>
    </p:spTree>
    <p:extLst>
      <p:ext uri="{BB962C8B-B14F-4D97-AF65-F5344CB8AC3E}">
        <p14:creationId xmlns:p14="http://schemas.microsoft.com/office/powerpoint/2010/main" val="90832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2390D5-F4AD-4BB5-8722-9A6FD922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altLang="zh-TW" sz="3600"/>
              <a:t>5</a:t>
            </a:r>
            <a:r>
              <a:rPr lang="zh-TW" altLang="en-US" sz="3600"/>
              <a:t> </a:t>
            </a:r>
            <a:r>
              <a:rPr lang="en-US" altLang="zh-TW" sz="3600"/>
              <a:t>topics</a:t>
            </a:r>
            <a:endParaRPr lang="zh-TW" altLang="en-US" sz="3600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83878DD-5AA4-4264-88B5-D4E3BEC65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676628"/>
              </p:ext>
            </p:extLst>
          </p:nvPr>
        </p:nvGraphicFramePr>
        <p:xfrm>
          <a:off x="1" y="1478237"/>
          <a:ext cx="10768614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9146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89A844-792A-4290-9FCE-82F2D76A7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4396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Background </a:t>
            </a:r>
            <a:endParaRPr lang="zh-TW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21C356-B043-4143-B2BD-3E2622B9D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3" y="1614760"/>
            <a:ext cx="2421107" cy="38872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B7ED32-EA91-4085-B7E6-1E1AC4F76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550" y="1997461"/>
            <a:ext cx="4162425" cy="312181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814380E-84A1-4AAF-87F9-3B68458B7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457" y="2129620"/>
            <a:ext cx="46672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9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2390D5-F4AD-4BB5-8722-9A6FD922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altLang="zh-TW" sz="3600"/>
              <a:t>5</a:t>
            </a:r>
            <a:r>
              <a:rPr lang="zh-TW" altLang="en-US" sz="3600"/>
              <a:t> </a:t>
            </a:r>
            <a:r>
              <a:rPr lang="en-US" altLang="zh-TW" sz="3600"/>
              <a:t>topics</a:t>
            </a:r>
            <a:endParaRPr lang="zh-TW" altLang="en-US" sz="3600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83878DD-5AA4-4264-88B5-D4E3BEC65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6968913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3392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4E6F-DAA3-453E-9998-0EA761F89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87" y="156238"/>
            <a:ext cx="2930518" cy="1320800"/>
          </a:xfrm>
        </p:spPr>
        <p:txBody>
          <a:bodyPr anchor="ctr">
            <a:normAutofit/>
          </a:bodyPr>
          <a:lstStyle/>
          <a:p>
            <a:r>
              <a:rPr lang="en-US" altLang="zh-TW" sz="3600" dirty="0"/>
              <a:t>Family</a:t>
            </a:r>
            <a:endParaRPr lang="zh-TW" alt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59E3BA-4CEC-4CD4-A7B0-37EB56A8B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8" y="1478838"/>
            <a:ext cx="3245299" cy="3245299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278CC4-661C-489B-AACC-F42EB10D34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3"/>
          <a:stretch/>
        </p:blipFill>
        <p:spPr>
          <a:xfrm>
            <a:off x="3320249" y="1180730"/>
            <a:ext cx="3237079" cy="44238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92A414-53E6-4831-AC5E-17CAA3DFBB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658" y="1717163"/>
            <a:ext cx="4100206" cy="342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5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2390D5-F4AD-4BB5-8722-9A6FD922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altLang="zh-TW" sz="3600"/>
              <a:t>5</a:t>
            </a:r>
            <a:r>
              <a:rPr lang="zh-TW" altLang="en-US" sz="3600"/>
              <a:t> </a:t>
            </a:r>
            <a:r>
              <a:rPr lang="en-US" altLang="zh-TW" sz="3600"/>
              <a:t>topics</a:t>
            </a:r>
            <a:endParaRPr lang="zh-TW" altLang="en-US" sz="3600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83878DD-5AA4-4264-88B5-D4E3BEC65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2700721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550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9EA308-3D0F-44DE-8755-7E3B15D27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6439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Schedule</a:t>
            </a:r>
            <a:br>
              <a:rPr lang="en-US" altLang="zh-TW" dirty="0"/>
            </a:br>
            <a:endParaRPr lang="zh-TW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EB9148-A855-418F-B93D-B7CC997A9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77" y="1839999"/>
            <a:ext cx="3178002" cy="31780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435BD4A-705C-4E6F-951A-FE487E1CE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351" y="4888443"/>
            <a:ext cx="5397067" cy="158189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23F4CC9-DAA2-43C2-B1D6-99B1B1057C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618" y="292963"/>
            <a:ext cx="3242535" cy="459548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1B00CA6-C094-4ED0-842D-DC68D7690005}"/>
              </a:ext>
            </a:extLst>
          </p:cNvPr>
          <p:cNvSpPr txBox="1"/>
          <p:nvPr/>
        </p:nvSpPr>
        <p:spPr>
          <a:xfrm>
            <a:off x="8575828" y="2451766"/>
            <a:ext cx="2725773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altLang="zh-TW" dirty="0"/>
              <a:t>Mental arithmetic   </a:t>
            </a:r>
            <a:r>
              <a:rPr lang="zh-TW" altLang="en-US" dirty="0"/>
              <a:t>心算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6DFA6FA-FD13-41FF-B3BB-0F60E7A4A9D1}"/>
              </a:ext>
            </a:extLst>
          </p:cNvPr>
          <p:cNvSpPr txBox="1"/>
          <p:nvPr/>
        </p:nvSpPr>
        <p:spPr>
          <a:xfrm>
            <a:off x="9871969" y="5264458"/>
            <a:ext cx="1819922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altLang="zh-TW" dirty="0"/>
              <a:t>Abacus  </a:t>
            </a:r>
            <a:r>
              <a:rPr lang="zh-TW" altLang="en-US" dirty="0"/>
              <a:t>算盤</a:t>
            </a:r>
          </a:p>
        </p:txBody>
      </p:sp>
    </p:spTree>
    <p:extLst>
      <p:ext uri="{BB962C8B-B14F-4D97-AF65-F5344CB8AC3E}">
        <p14:creationId xmlns:p14="http://schemas.microsoft.com/office/powerpoint/2010/main" val="151021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2390D5-F4AD-4BB5-8722-9A6FD922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altLang="zh-TW" sz="3600"/>
              <a:t>5</a:t>
            </a:r>
            <a:r>
              <a:rPr lang="zh-TW" altLang="en-US" sz="3600"/>
              <a:t> </a:t>
            </a:r>
            <a:r>
              <a:rPr lang="en-US" altLang="zh-TW" sz="3600"/>
              <a:t>topics</a:t>
            </a:r>
            <a:endParaRPr lang="zh-TW" altLang="en-US" sz="3600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83878DD-5AA4-4264-88B5-D4E3BEC65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1469195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2521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A9952-FE19-4CD6-87C9-4DB0FE18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10839"/>
            <a:ext cx="8596668" cy="1320800"/>
          </a:xfrm>
        </p:spPr>
        <p:txBody>
          <a:bodyPr/>
          <a:lstStyle/>
          <a:p>
            <a:r>
              <a:rPr lang="en-US" altLang="zh-TW" dirty="0"/>
              <a:t>Hobby</a:t>
            </a:r>
            <a:endParaRPr lang="zh-TW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C3446D-9275-4FC7-8D45-8AEFA5F44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788" y="2572443"/>
            <a:ext cx="4811862" cy="270667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F3AD3E-F759-4EC6-B4C7-0C8206064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843" y="1731639"/>
            <a:ext cx="3084309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22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2390D5-F4AD-4BB5-8722-9A6FD922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altLang="zh-TW" sz="3600"/>
              <a:t>5</a:t>
            </a:r>
            <a:r>
              <a:rPr lang="zh-TW" altLang="en-US" sz="3600"/>
              <a:t> </a:t>
            </a:r>
            <a:r>
              <a:rPr lang="en-US" altLang="zh-TW" sz="3600"/>
              <a:t>topics</a:t>
            </a:r>
            <a:endParaRPr lang="zh-TW" altLang="en-US" sz="3600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83878DD-5AA4-4264-88B5-D4E3BEC65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750814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2436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5CA3FF-39BC-4613-8331-31940117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173"/>
          </a:xfrm>
        </p:spPr>
        <p:txBody>
          <a:bodyPr/>
          <a:lstStyle/>
          <a:p>
            <a:r>
              <a:rPr lang="en-US" altLang="zh-TW"/>
              <a:t>Dream</a:t>
            </a:r>
            <a:endParaRPr lang="zh-TW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85EC40-960B-45EE-8DA1-9C7111B43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918" y="288318"/>
            <a:ext cx="5356990" cy="294215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A8960C0-126C-4E2D-97EF-C8319AA46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77" y="3428080"/>
            <a:ext cx="5356990" cy="302410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980FBA0-59C8-4362-BFF8-7F22552EC3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992" y="3428080"/>
            <a:ext cx="5123185" cy="294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48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83878DD-5AA4-4264-88B5-D4E3BEC65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9363308"/>
              </p:ext>
            </p:extLst>
          </p:nvPr>
        </p:nvGraphicFramePr>
        <p:xfrm>
          <a:off x="1" y="1478237"/>
          <a:ext cx="10768614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標題 3">
            <a:extLst>
              <a:ext uri="{FF2B5EF4-FFF2-40B4-BE49-F238E27FC236}">
                <a16:creationId xmlns:a16="http://schemas.microsoft.com/office/drawing/2014/main" id="{499FB2BE-8AB1-42D5-9E34-5231BF605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3320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CE2F26-A467-4EFC-9168-EB6A845C3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750" y="1912014"/>
            <a:ext cx="8596668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13800" dirty="0"/>
              <a:t>Q and A</a:t>
            </a:r>
            <a:endParaRPr lang="zh-TW" altLang="en-US" sz="13800" dirty="0"/>
          </a:p>
        </p:txBody>
      </p:sp>
    </p:spTree>
    <p:extLst>
      <p:ext uri="{BB962C8B-B14F-4D97-AF65-F5344CB8AC3E}">
        <p14:creationId xmlns:p14="http://schemas.microsoft.com/office/powerpoint/2010/main" val="1982819784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</Words>
  <Application>Microsoft Office PowerPoint</Application>
  <PresentationFormat>寬螢幕</PresentationFormat>
  <Paragraphs>46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多面向</vt:lpstr>
      <vt:lpstr>Self-introduction</vt:lpstr>
      <vt:lpstr>5 topics</vt:lpstr>
      <vt:lpstr>Background </vt:lpstr>
      <vt:lpstr>5 topics</vt:lpstr>
      <vt:lpstr>Family</vt:lpstr>
      <vt:lpstr>5 topics</vt:lpstr>
      <vt:lpstr>Schedule </vt:lpstr>
      <vt:lpstr>5 topics</vt:lpstr>
      <vt:lpstr>Hobby</vt:lpstr>
      <vt:lpstr>5 topics</vt:lpstr>
      <vt:lpstr>Dream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Self-introduction</dc:title>
  <dc:creator>宗祐 李</dc:creator>
  <cp:lastModifiedBy>宗祐 李</cp:lastModifiedBy>
  <cp:revision>10</cp:revision>
  <dcterms:created xsi:type="dcterms:W3CDTF">2019-10-15T00:51:46Z</dcterms:created>
  <dcterms:modified xsi:type="dcterms:W3CDTF">2019-10-18T04:52:47Z</dcterms:modified>
</cp:coreProperties>
</file>