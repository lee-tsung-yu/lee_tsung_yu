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74" r:id="rId3"/>
    <p:sldId id="257" r:id="rId4"/>
    <p:sldId id="258" r:id="rId5"/>
    <p:sldId id="271" r:id="rId6"/>
    <p:sldId id="267" r:id="rId7"/>
    <p:sldId id="272" r:id="rId8"/>
    <p:sldId id="269" r:id="rId9"/>
    <p:sldId id="259" r:id="rId10"/>
    <p:sldId id="266" r:id="rId11"/>
    <p:sldId id="270" r:id="rId12"/>
    <p:sldId id="260" r:id="rId13"/>
    <p:sldId id="264" r:id="rId14"/>
    <p:sldId id="265" r:id="rId15"/>
    <p:sldId id="262" r:id="rId16"/>
    <p:sldId id="26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81E8F100-C4A2-44C2-9153-C4A39C9DE0B2}" type="datetimeFigureOut">
              <a:rPr lang="zh-TW" altLang="en-US" smtClean="0"/>
              <a:t>2019/12/6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E5037F07-8198-4CA0-8037-1C6AF6171A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5424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F100-C4A2-44C2-9153-C4A39C9DE0B2}" type="datetimeFigureOut">
              <a:rPr lang="zh-TW" altLang="en-US" smtClean="0"/>
              <a:t>2019/12/6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7F07-8198-4CA0-8037-1C6AF6171A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073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F100-C4A2-44C2-9153-C4A39C9DE0B2}" type="datetimeFigureOut">
              <a:rPr lang="zh-TW" altLang="en-US" smtClean="0"/>
              <a:t>2019/12/6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7F07-8198-4CA0-8037-1C6AF6171A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713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F100-C4A2-44C2-9153-C4A39C9DE0B2}" type="datetimeFigureOut">
              <a:rPr lang="zh-TW" altLang="en-US" smtClean="0"/>
              <a:t>2019/12/6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7F07-8198-4CA0-8037-1C6AF6171A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0766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F100-C4A2-44C2-9153-C4A39C9DE0B2}" type="datetimeFigureOut">
              <a:rPr lang="zh-TW" altLang="en-US" smtClean="0"/>
              <a:t>2019/12/6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7F07-8198-4CA0-8037-1C6AF6171A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1080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F100-C4A2-44C2-9153-C4A39C9DE0B2}" type="datetimeFigureOut">
              <a:rPr lang="zh-TW" altLang="en-US" smtClean="0"/>
              <a:t>2019/12/6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7F07-8198-4CA0-8037-1C6AF6171A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6587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F100-C4A2-44C2-9153-C4A39C9DE0B2}" type="datetimeFigureOut">
              <a:rPr lang="zh-TW" altLang="en-US" smtClean="0"/>
              <a:t>2019/12/6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7F07-8198-4CA0-8037-1C6AF6171A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260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F100-C4A2-44C2-9153-C4A39C9DE0B2}" type="datetimeFigureOut">
              <a:rPr lang="zh-TW" altLang="en-US" smtClean="0"/>
              <a:t>2019/12/6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7F07-8198-4CA0-8037-1C6AF6171A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584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F100-C4A2-44C2-9153-C4A39C9DE0B2}" type="datetimeFigureOut">
              <a:rPr lang="zh-TW" altLang="en-US" smtClean="0"/>
              <a:t>2019/12/6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7F07-8198-4CA0-8037-1C6AF6171A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9745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F100-C4A2-44C2-9153-C4A39C9DE0B2}" type="datetimeFigureOut">
              <a:rPr lang="zh-TW" altLang="en-US" smtClean="0"/>
              <a:t>2019/12/6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7F07-8198-4CA0-8037-1C6AF6171A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4654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F100-C4A2-44C2-9153-C4A39C9DE0B2}" type="datetimeFigureOut">
              <a:rPr lang="zh-TW" altLang="en-US" smtClean="0"/>
              <a:t>2019/12/6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7F07-8198-4CA0-8037-1C6AF6171A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43849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F100-C4A2-44C2-9153-C4A39C9DE0B2}" type="datetimeFigureOut">
              <a:rPr lang="zh-TW" altLang="en-US" smtClean="0"/>
              <a:t>2019/12/6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7F07-8198-4CA0-8037-1C6AF6171A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597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F100-C4A2-44C2-9153-C4A39C9DE0B2}" type="datetimeFigureOut">
              <a:rPr lang="zh-TW" altLang="en-US" smtClean="0"/>
              <a:t>2019/12/6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7F07-8198-4CA0-8037-1C6AF6171A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19059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F100-C4A2-44C2-9153-C4A39C9DE0B2}" type="datetimeFigureOut">
              <a:rPr lang="zh-TW" altLang="en-US" smtClean="0"/>
              <a:t>2019/12/6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7F07-8198-4CA0-8037-1C6AF6171A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4793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F100-C4A2-44C2-9153-C4A39C9DE0B2}" type="datetimeFigureOut">
              <a:rPr lang="zh-TW" altLang="en-US" smtClean="0"/>
              <a:t>2019/12/6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7F07-8198-4CA0-8037-1C6AF6171A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3053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81E8F100-C4A2-44C2-9153-C4A39C9DE0B2}" type="datetimeFigureOut">
              <a:rPr lang="zh-TW" altLang="en-US" smtClean="0"/>
              <a:t>2019/12/6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7F07-8198-4CA0-8037-1C6AF6171A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459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81E8F100-C4A2-44C2-9153-C4A39C9DE0B2}" type="datetimeFigureOut">
              <a:rPr lang="zh-TW" altLang="en-US" smtClean="0"/>
              <a:t>2019/12/6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7F07-8198-4CA0-8037-1C6AF6171A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0259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81E8F100-C4A2-44C2-9153-C4A39C9DE0B2}" type="datetimeFigureOut">
              <a:rPr lang="zh-TW" altLang="en-US" smtClean="0"/>
              <a:t>2019/12/6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E5037F07-8198-4CA0-8037-1C6AF6171A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6465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16AF1D-46BA-4B90-A288-59AA374768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Autofit/>
          </a:bodyPr>
          <a:lstStyle/>
          <a:p>
            <a:r>
              <a:rPr lang="en-US" altLang="zh-TW" sz="4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you aware of the danger behind plastic pollution? </a:t>
            </a:r>
            <a:endParaRPr lang="zh-TW" altLang="en-US" sz="48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966B0F9-EE2A-46D9-B02B-E0A992276C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76692" y="4341048"/>
            <a:ext cx="6105194" cy="682079"/>
          </a:xfrm>
        </p:spPr>
        <p:txBody>
          <a:bodyPr>
            <a:normAutofit fontScale="92500"/>
          </a:bodyPr>
          <a:lstStyle/>
          <a:p>
            <a:r>
              <a:rPr lang="zh-TW" altLang="en-US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zh-TW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speaker : </a:t>
            </a:r>
            <a:r>
              <a:rPr lang="zh-TW" altLang="en-US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統計系 </a:t>
            </a:r>
            <a:r>
              <a:rPr lang="en-US" altLang="zh-TW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112</a:t>
            </a:r>
            <a:r>
              <a:rPr lang="zh-TW" altLang="en-US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級 李宗祐  </a:t>
            </a:r>
            <a:r>
              <a:rPr lang="en-US" altLang="zh-TW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6</a:t>
            </a:r>
            <a:endParaRPr lang="zh-TW" altLang="en-US" sz="24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4169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746264-1C28-4195-A695-AA799D48D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>
                <a:latin typeface="Arial" panose="020B0604020202020204" pitchFamily="34" charset="0"/>
                <a:cs typeface="Arial" panose="020B0604020202020204" pitchFamily="34" charset="0"/>
              </a:rPr>
              <a:t>Opening</a:t>
            </a:r>
            <a:endParaRPr lang="zh-TW" alt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1E85F38-984C-4CCF-9F1D-172B8DC10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>
                <a:latin typeface="Arial" panose="020B0604020202020204" pitchFamily="34" charset="0"/>
                <a:cs typeface="Arial" panose="020B0604020202020204" pitchFamily="34" charset="0"/>
              </a:rPr>
              <a:t>how many plastic wastes that you make everyday?</a:t>
            </a:r>
          </a:p>
          <a:p>
            <a:endParaRPr lang="en-US" altLang="zh-TW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2800" dirty="0">
                <a:latin typeface="Arial" panose="020B0604020202020204" pitchFamily="34" charset="0"/>
                <a:cs typeface="Arial" panose="020B0604020202020204" pitchFamily="34" charset="0"/>
              </a:rPr>
              <a:t>18 billions kg / year</a:t>
            </a:r>
          </a:p>
          <a:p>
            <a:pPr marL="0" indent="0">
              <a:buNone/>
            </a:pPr>
            <a:r>
              <a:rPr lang="en-US" altLang="zh-TW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 </a:t>
            </a:r>
            <a:r>
              <a:rPr lang="en-US" altLang="zh-TW" sz="2800" dirty="0">
                <a:latin typeface="Arial" panose="020B0604020202020204" pitchFamily="34" charset="0"/>
                <a:cs typeface="Arial" panose="020B0604020202020204" pitchFamily="34" charset="0"/>
              </a:rPr>
              <a:t>135 circles of the earth</a:t>
            </a:r>
          </a:p>
          <a:p>
            <a:endParaRPr lang="zh-TW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9169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DBF329-46BE-46DC-9EC8-59594DE3B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  <a:endParaRPr lang="zh-TW" alt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DE9845-5EE2-46CB-BD5C-0C1313B69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>
                <a:latin typeface="Arial" panose="020B0604020202020204" pitchFamily="34" charset="0"/>
                <a:cs typeface="Arial" panose="020B0604020202020204" pitchFamily="34" charset="0"/>
              </a:rPr>
              <a:t>1.effects to environment</a:t>
            </a:r>
          </a:p>
          <a:p>
            <a:endParaRPr lang="en-US" altLang="zh-TW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3200" dirty="0">
                <a:latin typeface="Arial" panose="020B0604020202020204" pitchFamily="34" charset="0"/>
                <a:cs typeface="Arial" panose="020B0604020202020204" pitchFamily="34" charset="0"/>
              </a:rPr>
              <a:t>2.effects to ourselves</a:t>
            </a:r>
          </a:p>
          <a:p>
            <a:endParaRPr lang="en-US" altLang="zh-TW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3200" dirty="0">
                <a:latin typeface="Arial" panose="020B0604020202020204" pitchFamily="34" charset="0"/>
                <a:cs typeface="Arial" panose="020B0604020202020204" pitchFamily="34" charset="0"/>
              </a:rPr>
              <a:t>3.ways to improve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4989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280F8B-DD94-46C2-AD4E-240E2F214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>
                <a:latin typeface="Arial" panose="020B0604020202020204" pitchFamily="34" charset="0"/>
                <a:cs typeface="Arial" panose="020B0604020202020204" pitchFamily="34" charset="0"/>
              </a:rPr>
              <a:t>Effects to environment</a:t>
            </a:r>
            <a:endParaRPr lang="zh-TW" alt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192DFB1-93E0-43EB-B753-4700A1D78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ocean pollution</a:t>
            </a:r>
          </a:p>
          <a:p>
            <a:endParaRPr lang="en-US" altLang="zh-TW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3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Air pollution</a:t>
            </a:r>
          </a:p>
          <a:p>
            <a:endParaRPr lang="en-US" altLang="zh-TW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C9AA1A7-E985-4A14-9444-F80BF182808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43"/>
          <a:stretch/>
        </p:blipFill>
        <p:spPr>
          <a:xfrm>
            <a:off x="5671948" y="2415751"/>
            <a:ext cx="5365098" cy="3791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040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6352F8-8920-461C-9881-10053B0EA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>
                <a:latin typeface="Arial" panose="020B0604020202020204" pitchFamily="34" charset="0"/>
                <a:cs typeface="Arial" panose="020B0604020202020204" pitchFamily="34" charset="0"/>
              </a:rPr>
              <a:t>Ocean pollution</a:t>
            </a:r>
            <a:endParaRPr lang="zh-TW" alt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6C6A849-E2FB-4828-A817-86EEED592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725" y="2337170"/>
            <a:ext cx="8825659" cy="3416300"/>
          </a:xfrm>
        </p:spPr>
        <p:txBody>
          <a:bodyPr>
            <a:normAutofit/>
          </a:bodyPr>
          <a:lstStyle/>
          <a:p>
            <a:r>
              <a:rPr lang="en-US" altLang="zh-TW" sz="2800" dirty="0">
                <a:latin typeface="Arial" panose="020B0604020202020204" pitchFamily="34" charset="0"/>
                <a:cs typeface="Arial" panose="020B0604020202020204" pitchFamily="34" charset="0"/>
              </a:rPr>
              <a:t>&lt;NATURE&gt; magazine : </a:t>
            </a:r>
          </a:p>
          <a:p>
            <a:pPr marL="0" indent="0">
              <a:buNone/>
            </a:pPr>
            <a:r>
              <a:rPr lang="zh-TW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　</a:t>
            </a:r>
            <a:r>
              <a:rPr lang="en-US" altLang="zh-TW" sz="2800" dirty="0">
                <a:latin typeface="Arial" panose="020B0604020202020204" pitchFamily="34" charset="0"/>
                <a:cs typeface="Arial" panose="020B0604020202020204" pitchFamily="34" charset="0"/>
              </a:rPr>
              <a:t>“Garbage patch” </a:t>
            </a:r>
            <a:r>
              <a:rPr lang="en-US" altLang="zh-TW" sz="28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44</a:t>
            </a:r>
            <a:r>
              <a:rPr lang="en-US" altLang="zh-TW" sz="2800" dirty="0">
                <a:latin typeface="Arial" panose="020B0604020202020204" pitchFamily="34" charset="0"/>
                <a:cs typeface="Arial" panose="020B0604020202020204" pitchFamily="34" charset="0"/>
              </a:rPr>
              <a:t> times </a:t>
            </a:r>
          </a:p>
          <a:p>
            <a:pPr marL="0" indent="0">
              <a:buNone/>
            </a:pPr>
            <a:r>
              <a:rPr lang="en-US" altLang="zh-TW" sz="2800" dirty="0">
                <a:latin typeface="Arial" panose="020B0604020202020204" pitchFamily="34" charset="0"/>
                <a:cs typeface="Arial" panose="020B0604020202020204" pitchFamily="34" charset="0"/>
              </a:rPr>
              <a:t>    bigger than Taiwan . </a:t>
            </a:r>
          </a:p>
          <a:p>
            <a:endParaRPr lang="en-US" altLang="zh-TW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2800" dirty="0">
                <a:latin typeface="Arial" panose="020B0604020202020204" pitchFamily="34" charset="0"/>
                <a:cs typeface="Arial" panose="020B0604020202020204" pitchFamily="34" charset="0"/>
              </a:rPr>
              <a:t>Trap fish , or even eat them . </a:t>
            </a:r>
          </a:p>
          <a:p>
            <a:pPr marL="0" indent="0">
              <a:buNone/>
            </a:pPr>
            <a:endParaRPr lang="en-US" altLang="zh-TW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zh-TW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6454CA7-3BAE-4EE1-92C2-EB73A47771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65772"/>
            <a:ext cx="5168099" cy="3876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461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280F8B-DD94-46C2-AD4E-240E2F214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>
                <a:latin typeface="Arial" panose="020B0604020202020204" pitchFamily="34" charset="0"/>
                <a:cs typeface="Arial" panose="020B0604020202020204" pitchFamily="34" charset="0"/>
              </a:rPr>
              <a:t>Effects to environment</a:t>
            </a:r>
            <a:endParaRPr lang="zh-TW" alt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192DFB1-93E0-43EB-B753-4700A1D78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ocean pollution</a:t>
            </a:r>
          </a:p>
          <a:p>
            <a:endParaRPr lang="en-US" altLang="zh-TW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Air pollution</a:t>
            </a:r>
          </a:p>
          <a:p>
            <a:pPr marL="0" indent="0">
              <a:buNone/>
            </a:pPr>
            <a:endParaRPr lang="en-US" altLang="zh-TW" sz="3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TW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zh-TW" altLang="en-US" sz="3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FB54C28-D9D2-47B9-A593-D9120D0702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680" y="2603500"/>
            <a:ext cx="5526049" cy="354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000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1BE733-0A64-47A1-AA44-B8214C85D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>
                <a:latin typeface="Arial" panose="020B0604020202020204" pitchFamily="34" charset="0"/>
                <a:cs typeface="Arial" panose="020B0604020202020204" pitchFamily="34" charset="0"/>
              </a:rPr>
              <a:t>Air pollution</a:t>
            </a:r>
            <a:endParaRPr lang="zh-TW" alt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422BAD-7CBA-4E30-AE1F-E5A6DF909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>
                <a:latin typeface="Arial" panose="020B0604020202020204" pitchFamily="34" charset="0"/>
                <a:cs typeface="Arial" panose="020B0604020202020204" pitchFamily="34" charset="0"/>
              </a:rPr>
              <a:t>Greenhouse gas </a:t>
            </a:r>
          </a:p>
          <a:p>
            <a:endParaRPr lang="en-US" altLang="zh-TW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3200" dirty="0">
                <a:latin typeface="Arial" panose="020B0604020202020204" pitchFamily="34" charset="0"/>
                <a:cs typeface="Arial" panose="020B0604020202020204" pitchFamily="34" charset="0"/>
              </a:rPr>
              <a:t>Dioxin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B352F79-39B1-43A0-93E6-85319DAB88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680" y="2603500"/>
            <a:ext cx="5526049" cy="354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283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DBF329-46BE-46DC-9EC8-59594DE3B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  <a:endParaRPr lang="zh-TW" alt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DE9845-5EE2-46CB-BD5C-0C1313B69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1.effects to environment</a:t>
            </a:r>
          </a:p>
          <a:p>
            <a:endParaRPr lang="en-US" altLang="zh-TW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2.effects to ourselves</a:t>
            </a:r>
          </a:p>
          <a:p>
            <a:endParaRPr lang="en-US" altLang="zh-TW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3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3.ways to improve</a:t>
            </a:r>
            <a:endParaRPr lang="zh-TW" altLang="en-US" sz="3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4702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708C34-8A4B-49C8-8979-7BEACD363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Effects to ourselves</a:t>
            </a:r>
            <a:endParaRPr lang="zh-TW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2629D8-5392-4D14-8633-E244D730C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603500"/>
            <a:ext cx="8825659" cy="3416300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Food chain</a:t>
            </a:r>
          </a:p>
          <a:p>
            <a:endParaRPr lang="en-US" altLang="zh-TW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zh-TW" altLang="en-US" sz="3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6BA28BB-BB46-4375-ACA7-97EBCB7E75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2936" y="2603500"/>
            <a:ext cx="4483264" cy="312371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43082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708C34-8A4B-49C8-8979-7BEACD363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Effects to ourselves</a:t>
            </a:r>
            <a:endParaRPr lang="zh-TW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2629D8-5392-4D14-8633-E244D730C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0" y="2555875"/>
            <a:ext cx="8825659" cy="3416300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Food chain</a:t>
            </a:r>
          </a:p>
          <a:p>
            <a:endParaRPr lang="en-US" altLang="zh-TW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Effects on Next generation</a:t>
            </a:r>
            <a:endParaRPr lang="zh-TW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EA8EBDA-6EA6-43C3-A900-9E55E0EF62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8970" y="2493168"/>
            <a:ext cx="4632479" cy="3474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608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DBF329-46BE-46DC-9EC8-59594DE3B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  <a:endParaRPr lang="zh-TW" alt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DE9845-5EE2-46CB-BD5C-0C1313B69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1.effects to environment</a:t>
            </a:r>
          </a:p>
          <a:p>
            <a:endParaRPr lang="en-US" altLang="zh-TW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3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2.effects to ourselves</a:t>
            </a:r>
          </a:p>
          <a:p>
            <a:endParaRPr lang="en-US" altLang="zh-TW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3.ways to improve</a:t>
            </a:r>
            <a:endParaRPr lang="zh-TW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7141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C0A0F4-F348-4423-98F6-200FAD897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Ways to improve</a:t>
            </a:r>
            <a:endParaRPr lang="zh-TW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8178AD7-F459-4246-BBC3-C8441AE4E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9847" y="2550234"/>
            <a:ext cx="8825659" cy="3416300"/>
          </a:xfrm>
        </p:spPr>
        <p:txBody>
          <a:bodyPr>
            <a:normAutofit/>
          </a:bodyPr>
          <a:lstStyle/>
          <a:p>
            <a:r>
              <a:rPr lang="en-US" altLang="zh-TW" sz="2800" b="1" dirty="0">
                <a:latin typeface="Arial" panose="020B0604020202020204" pitchFamily="34" charset="0"/>
                <a:cs typeface="Arial" panose="020B0604020202020204" pitchFamily="34" charset="0"/>
              </a:rPr>
              <a:t>Reduce : prepare own </a:t>
            </a:r>
          </a:p>
          <a:p>
            <a:pPr marL="0" indent="0">
              <a:buNone/>
            </a:pPr>
            <a:r>
              <a:rPr lang="en-US" altLang="zh-TW" sz="2800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zh-TW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talbeware</a:t>
            </a:r>
            <a:r>
              <a:rPr lang="en-US" altLang="zh-TW" sz="2800" b="1" dirty="0">
                <a:latin typeface="Arial" panose="020B0604020202020204" pitchFamily="34" charset="0"/>
                <a:cs typeface="Arial" panose="020B0604020202020204" pitchFamily="34" charset="0"/>
              </a:rPr>
              <a:t> . </a:t>
            </a:r>
          </a:p>
          <a:p>
            <a:endParaRPr lang="en-US" altLang="zh-TW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2800" dirty="0">
                <a:solidFill>
                  <a:schemeClr val="bg2">
                    <a:lumMod val="9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Recycle</a:t>
            </a:r>
          </a:p>
          <a:p>
            <a:endParaRPr lang="en-US" altLang="zh-TW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2800" dirty="0">
                <a:solidFill>
                  <a:schemeClr val="bg2">
                    <a:lumMod val="9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Beach cleanup</a:t>
            </a:r>
          </a:p>
          <a:p>
            <a:endParaRPr lang="zh-TW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F831039-243A-4422-AB93-D2A78BC45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1480" y="3383494"/>
            <a:ext cx="2959141" cy="2959141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BFE90740-E0A8-4642-A5C8-9F7F58DDF0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2311" y="3469169"/>
            <a:ext cx="2873466" cy="287346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996570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C0A0F4-F348-4423-98F6-200FAD897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Ways to improve</a:t>
            </a:r>
            <a:endParaRPr lang="zh-TW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8178AD7-F459-4246-BBC3-C8441AE4E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9847" y="2436735"/>
            <a:ext cx="8825659" cy="3416300"/>
          </a:xfrm>
        </p:spPr>
        <p:txBody>
          <a:bodyPr>
            <a:normAutofit/>
          </a:bodyPr>
          <a:lstStyle/>
          <a:p>
            <a:r>
              <a:rPr lang="en-US" altLang="zh-TW" sz="2800" dirty="0">
                <a:solidFill>
                  <a:schemeClr val="bg2">
                    <a:lumMod val="9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Reduce</a:t>
            </a:r>
          </a:p>
          <a:p>
            <a:endParaRPr lang="en-US" altLang="zh-TW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2800" b="1" dirty="0">
                <a:latin typeface="Arial" panose="020B0604020202020204" pitchFamily="34" charset="0"/>
                <a:cs typeface="Arial" panose="020B0604020202020204" pitchFamily="34" charset="0"/>
              </a:rPr>
              <a:t>Recycle :</a:t>
            </a:r>
            <a:r>
              <a:rPr lang="zh-TW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2800" b="1" dirty="0">
                <a:latin typeface="Arial" panose="020B0604020202020204" pitchFamily="34" charset="0"/>
                <a:cs typeface="Arial" panose="020B0604020202020204" pitchFamily="34" charset="0"/>
              </a:rPr>
              <a:t>better garbage</a:t>
            </a:r>
          </a:p>
          <a:p>
            <a:pPr marL="0" indent="0">
              <a:buNone/>
            </a:pPr>
            <a:r>
              <a:rPr lang="en-US" altLang="zh-TW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classfication</a:t>
            </a:r>
            <a:endParaRPr lang="en-US" altLang="zh-TW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TW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2800" dirty="0">
                <a:solidFill>
                  <a:schemeClr val="bg2">
                    <a:lumMod val="9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Beach cleanup</a:t>
            </a:r>
          </a:p>
          <a:p>
            <a:endParaRPr lang="zh-TW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94C5474-233E-4F0E-BEC0-8D46CC49B2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2836" y="3062981"/>
            <a:ext cx="6022019" cy="195715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780065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C0A0F4-F348-4423-98F6-200FAD897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Ways to improve</a:t>
            </a:r>
            <a:endParaRPr lang="zh-TW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8178AD7-F459-4246-BBC3-C8441AE4E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092" y="2468032"/>
            <a:ext cx="8825659" cy="3416300"/>
          </a:xfrm>
        </p:spPr>
        <p:txBody>
          <a:bodyPr>
            <a:normAutofit/>
          </a:bodyPr>
          <a:lstStyle/>
          <a:p>
            <a:r>
              <a:rPr lang="en-US" altLang="zh-TW" sz="2800" dirty="0">
                <a:solidFill>
                  <a:schemeClr val="bg2">
                    <a:lumMod val="9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Reduce</a:t>
            </a:r>
          </a:p>
          <a:p>
            <a:endParaRPr lang="en-US" altLang="zh-TW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2800" dirty="0">
                <a:solidFill>
                  <a:schemeClr val="bg2">
                    <a:lumMod val="9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Recycle</a:t>
            </a:r>
          </a:p>
          <a:p>
            <a:endParaRPr lang="en-US" altLang="zh-TW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2800" b="1" dirty="0">
                <a:latin typeface="Arial" panose="020B0604020202020204" pitchFamily="34" charset="0"/>
                <a:cs typeface="Arial" panose="020B0604020202020204" pitchFamily="34" charset="0"/>
              </a:rPr>
              <a:t>Beach cleanup:</a:t>
            </a:r>
          </a:p>
          <a:p>
            <a:pPr marL="0" indent="0">
              <a:buNone/>
            </a:pPr>
            <a:r>
              <a:rPr lang="en-US" altLang="zh-TW" sz="2800" b="1" dirty="0">
                <a:latin typeface="Arial" panose="020B0604020202020204" pitchFamily="34" charset="0"/>
                <a:cs typeface="Arial" panose="020B0604020202020204" pitchFamily="34" charset="0"/>
              </a:rPr>
              <a:t> Many a little makes a mickle</a:t>
            </a:r>
          </a:p>
          <a:p>
            <a:endParaRPr lang="zh-TW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B63B685-E088-43A2-8775-CF3E4B2EEA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364" y="2603498"/>
            <a:ext cx="3429153" cy="257186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E8ADCA4-D7A9-4D80-B45E-9A67E89E72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1207" y="2681051"/>
            <a:ext cx="3625142" cy="2416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0498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DBF329-46BE-46DC-9EC8-59594DE3B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zh-TW" alt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DE9845-5EE2-46CB-BD5C-0C1313B69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>
                <a:latin typeface="Arial" panose="020B0604020202020204" pitchFamily="34" charset="0"/>
                <a:cs typeface="Arial" panose="020B0604020202020204" pitchFamily="34" charset="0"/>
              </a:rPr>
              <a:t>1.effects to environment</a:t>
            </a:r>
          </a:p>
          <a:p>
            <a:endParaRPr lang="en-US" altLang="zh-TW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3200" dirty="0">
                <a:latin typeface="Arial" panose="020B0604020202020204" pitchFamily="34" charset="0"/>
                <a:cs typeface="Arial" panose="020B0604020202020204" pitchFamily="34" charset="0"/>
              </a:rPr>
              <a:t>2.effects to ourselves</a:t>
            </a:r>
          </a:p>
          <a:p>
            <a:endParaRPr lang="en-US" altLang="zh-TW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3200" dirty="0">
                <a:latin typeface="Arial" panose="020B0604020202020204" pitchFamily="34" charset="0"/>
                <a:cs typeface="Arial" panose="020B0604020202020204" pitchFamily="34" charset="0"/>
              </a:rPr>
              <a:t>3.ways to improve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4076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32BC319-542E-4FA7-9C9F-406420BA5269}"/>
              </a:ext>
            </a:extLst>
          </p:cNvPr>
          <p:cNvSpPr txBox="1"/>
          <p:nvPr/>
        </p:nvSpPr>
        <p:spPr>
          <a:xfrm>
            <a:off x="1763697" y="3151573"/>
            <a:ext cx="86646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0" b="1" dirty="0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endParaRPr lang="zh-TW" altLang="en-US" sz="8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19005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離子會議室">
  <a:themeElements>
    <a:clrScheme name="離子會議室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離子會議室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離子會議室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297</TotalTime>
  <Words>186</Words>
  <Application>Microsoft Office PowerPoint</Application>
  <PresentationFormat>寬螢幕</PresentationFormat>
  <Paragraphs>78</Paragraphs>
  <Slides>16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0" baseType="lpstr">
      <vt:lpstr>Arial</vt:lpstr>
      <vt:lpstr>Century Gothic</vt:lpstr>
      <vt:lpstr>Wingdings 3</vt:lpstr>
      <vt:lpstr>離子會議室</vt:lpstr>
      <vt:lpstr>Are you aware of the danger behind plastic pollution? </vt:lpstr>
      <vt:lpstr>Opening</vt:lpstr>
      <vt:lpstr>Outline</vt:lpstr>
      <vt:lpstr>Effects to environment</vt:lpstr>
      <vt:lpstr>Ocean pollution</vt:lpstr>
      <vt:lpstr>Effects to environment</vt:lpstr>
      <vt:lpstr>Air pollution</vt:lpstr>
      <vt:lpstr>Outline</vt:lpstr>
      <vt:lpstr>Effects to ourselves</vt:lpstr>
      <vt:lpstr>Effects to ourselves</vt:lpstr>
      <vt:lpstr>Outline</vt:lpstr>
      <vt:lpstr>Ways to improve</vt:lpstr>
      <vt:lpstr>Ways to improve</vt:lpstr>
      <vt:lpstr>Ways to improve</vt:lpstr>
      <vt:lpstr>Conclusion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Discrimination</dc:title>
  <dc:creator>宗祐 李</dc:creator>
  <cp:lastModifiedBy>宗祐 李</cp:lastModifiedBy>
  <cp:revision>29</cp:revision>
  <dcterms:created xsi:type="dcterms:W3CDTF">2019-11-22T03:09:36Z</dcterms:created>
  <dcterms:modified xsi:type="dcterms:W3CDTF">2019-12-06T06:47:34Z</dcterms:modified>
</cp:coreProperties>
</file>