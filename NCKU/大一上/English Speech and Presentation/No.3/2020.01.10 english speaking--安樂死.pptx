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66" r:id="rId4"/>
    <p:sldId id="257" r:id="rId5"/>
    <p:sldId id="262" r:id="rId6"/>
    <p:sldId id="268" r:id="rId7"/>
    <p:sldId id="263" r:id="rId8"/>
    <p:sldId id="272" r:id="rId9"/>
    <p:sldId id="264" r:id="rId10"/>
    <p:sldId id="258" r:id="rId11"/>
    <p:sldId id="269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2F381A0-360C-4F50-BB42-0F80225CC863}" type="datetimeFigureOut">
              <a:rPr lang="zh-TW" altLang="en-US" smtClean="0"/>
              <a:t>2020/1/10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B564325-64FB-42B5-9159-9E079B900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8365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81A0-360C-4F50-BB42-0F80225CC863}" type="datetimeFigureOut">
              <a:rPr lang="zh-TW" altLang="en-US" smtClean="0"/>
              <a:t>2020/1/10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4325-64FB-42B5-9159-9E079B900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50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81A0-360C-4F50-BB42-0F80225CC863}" type="datetimeFigureOut">
              <a:rPr lang="zh-TW" altLang="en-US" smtClean="0"/>
              <a:t>2020/1/10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4325-64FB-42B5-9159-9E079B900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3970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81A0-360C-4F50-BB42-0F80225CC863}" type="datetimeFigureOut">
              <a:rPr lang="zh-TW" altLang="en-US" smtClean="0"/>
              <a:t>2020/1/10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4325-64FB-42B5-9159-9E079B900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375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81A0-360C-4F50-BB42-0F80225CC863}" type="datetimeFigureOut">
              <a:rPr lang="zh-TW" altLang="en-US" smtClean="0"/>
              <a:t>2020/1/10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4325-64FB-42B5-9159-9E079B900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8072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81A0-360C-4F50-BB42-0F80225CC863}" type="datetimeFigureOut">
              <a:rPr lang="zh-TW" altLang="en-US" smtClean="0"/>
              <a:t>2020/1/10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4325-64FB-42B5-9159-9E079B900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5638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81A0-360C-4F50-BB42-0F80225CC863}" type="datetimeFigureOut">
              <a:rPr lang="zh-TW" altLang="en-US" smtClean="0"/>
              <a:t>2020/1/10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4325-64FB-42B5-9159-9E079B900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4778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81A0-360C-4F50-BB42-0F80225CC863}" type="datetimeFigureOut">
              <a:rPr lang="zh-TW" altLang="en-US" smtClean="0"/>
              <a:t>2020/1/10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4325-64FB-42B5-9159-9E079B900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6846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81A0-360C-4F50-BB42-0F80225CC863}" type="datetimeFigureOut">
              <a:rPr lang="zh-TW" altLang="en-US" smtClean="0"/>
              <a:t>2020/1/10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4325-64FB-42B5-9159-9E079B900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360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81A0-360C-4F50-BB42-0F80225CC863}" type="datetimeFigureOut">
              <a:rPr lang="zh-TW" altLang="en-US" smtClean="0"/>
              <a:t>2020/1/10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4325-64FB-42B5-9159-9E079B900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785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81A0-360C-4F50-BB42-0F80225CC863}" type="datetimeFigureOut">
              <a:rPr lang="zh-TW" altLang="en-US" smtClean="0"/>
              <a:t>2020/1/10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4325-64FB-42B5-9159-9E079B900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5778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81A0-360C-4F50-BB42-0F80225CC863}" type="datetimeFigureOut">
              <a:rPr lang="zh-TW" altLang="en-US" smtClean="0"/>
              <a:t>2020/1/10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4325-64FB-42B5-9159-9E079B900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6487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81A0-360C-4F50-BB42-0F80225CC863}" type="datetimeFigureOut">
              <a:rPr lang="zh-TW" altLang="en-US" smtClean="0"/>
              <a:t>2020/1/10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4325-64FB-42B5-9159-9E079B900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4511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81A0-360C-4F50-BB42-0F80225CC863}" type="datetimeFigureOut">
              <a:rPr lang="zh-TW" altLang="en-US" smtClean="0"/>
              <a:t>2020/1/10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4325-64FB-42B5-9159-9E079B900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46336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81A0-360C-4F50-BB42-0F80225CC863}" type="datetimeFigureOut">
              <a:rPr lang="zh-TW" altLang="en-US" smtClean="0"/>
              <a:t>2020/1/10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4325-64FB-42B5-9159-9E079B900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82675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E2F381A0-360C-4F50-BB42-0F80225CC863}" type="datetimeFigureOut">
              <a:rPr lang="zh-TW" altLang="en-US" smtClean="0"/>
              <a:t>2020/1/10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4325-64FB-42B5-9159-9E079B900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6298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E2F381A0-360C-4F50-BB42-0F80225CC863}" type="datetimeFigureOut">
              <a:rPr lang="zh-TW" altLang="en-US" smtClean="0"/>
              <a:t>2020/1/10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64325-64FB-42B5-9159-9E079B900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7499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E2F381A0-360C-4F50-BB42-0F80225CC863}" type="datetimeFigureOut">
              <a:rPr lang="zh-TW" altLang="en-US" smtClean="0"/>
              <a:t>2020/1/10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B564325-64FB-42B5-9159-9E079B9009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3791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5">
            <a:extLst>
              <a:ext uri="{FF2B5EF4-FFF2-40B4-BE49-F238E27FC236}">
                <a16:creationId xmlns:a16="http://schemas.microsoft.com/office/drawing/2014/main" id="{11CAC6F2-0806-417B-BF5D-5AEF6195F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723B02-0AAB-4F6E-BA41-8ED99D559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E399AE6-3820-40F1-B852-72D310D5A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0773" y="1347953"/>
            <a:ext cx="3382297" cy="328195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TW" sz="4800" dirty="0">
                <a:solidFill>
                  <a:srgbClr val="EBEB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Euthanasia should be another option to choose</a:t>
            </a:r>
            <a:endParaRPr lang="zh-TW" altLang="en-US" sz="4800" dirty="0">
              <a:solidFill>
                <a:srgbClr val="EBEB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E173BBE-7188-4018-B427-262C8DED2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772" y="4843742"/>
            <a:ext cx="3382298" cy="1150156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Speaker : </a:t>
            </a:r>
            <a:r>
              <a:rPr lang="zh-TW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統計系</a:t>
            </a:r>
            <a:r>
              <a:rPr lang="en-US" altLang="zh-TW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112</a:t>
            </a:r>
            <a:r>
              <a:rPr lang="zh-TW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李宗祐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A1A72E4-B2AB-4D33-8AAD-B30D3A288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763" y="2020020"/>
            <a:ext cx="6470907" cy="281484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0066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10">
            <a:extLst>
              <a:ext uri="{FF2B5EF4-FFF2-40B4-BE49-F238E27FC236}">
                <a16:creationId xmlns:a16="http://schemas.microsoft.com/office/drawing/2014/main" id="{EED2E2BB-3846-41EB-9F1E-92C33C4A8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73D5773-5AC9-444A-A47A-EB6656ACDC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81EB4475-C020-4325-AF59-31FCBFB7C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F7689D68-C339-4D5B-9DAA-E13F6BD4D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9CC3E5-EA42-4393-A2C0-5192B91BD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65D91F7-9CAE-432E-8CB0-7C1D88AD07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10" y="776783"/>
            <a:ext cx="5448111" cy="2834314"/>
          </a:xfrm>
          <a:prstGeom prst="roundRect">
            <a:avLst>
              <a:gd name="adj" fmla="val 0"/>
            </a:avLst>
          </a:prstGeom>
          <a:effectLst/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B8DBC8E-FBA7-466C-8D97-75B15FBE9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E57D32D-5791-4112-8672-2CBBDE5E29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329" y="473338"/>
            <a:ext cx="5231356" cy="3439617"/>
          </a:xfrm>
          <a:prstGeom prst="roundRect">
            <a:avLst>
              <a:gd name="adj" fmla="val 0"/>
            </a:avLst>
          </a:prstGeom>
          <a:effectLst/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6FFF64E-1FE4-4AE0-9D62-567AA183C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133850"/>
            <a:ext cx="11277600" cy="2250018"/>
          </a:xfrm>
          <a:custGeom>
            <a:avLst/>
            <a:gdLst>
              <a:gd name="connsiteX0" fmla="*/ 5264150 w 11277600"/>
              <a:gd name="connsiteY0" fmla="*/ 0 h 2250018"/>
              <a:gd name="connsiteX1" fmla="*/ 5499100 w 11277600"/>
              <a:gd name="connsiteY1" fmla="*/ 1588 h 2250018"/>
              <a:gd name="connsiteX2" fmla="*/ 5730875 w 11277600"/>
              <a:gd name="connsiteY2" fmla="*/ 1588 h 2250018"/>
              <a:gd name="connsiteX3" fmla="*/ 5961063 w 11277600"/>
              <a:gd name="connsiteY3" fmla="*/ 4763 h 2250018"/>
              <a:gd name="connsiteX4" fmla="*/ 6186488 w 11277600"/>
              <a:gd name="connsiteY4" fmla="*/ 9525 h 2250018"/>
              <a:gd name="connsiteX5" fmla="*/ 6410325 w 11277600"/>
              <a:gd name="connsiteY5" fmla="*/ 14288 h 2250018"/>
              <a:gd name="connsiteX6" fmla="*/ 6629400 w 11277600"/>
              <a:gd name="connsiteY6" fmla="*/ 19050 h 2250018"/>
              <a:gd name="connsiteX7" fmla="*/ 6846888 w 11277600"/>
              <a:gd name="connsiteY7" fmla="*/ 26988 h 2250018"/>
              <a:gd name="connsiteX8" fmla="*/ 7061200 w 11277600"/>
              <a:gd name="connsiteY8" fmla="*/ 34925 h 2250018"/>
              <a:gd name="connsiteX9" fmla="*/ 7270750 w 11277600"/>
              <a:gd name="connsiteY9" fmla="*/ 42863 h 2250018"/>
              <a:gd name="connsiteX10" fmla="*/ 7680325 w 11277600"/>
              <a:gd name="connsiteY10" fmla="*/ 63500 h 2250018"/>
              <a:gd name="connsiteX11" fmla="*/ 8072438 w 11277600"/>
              <a:gd name="connsiteY11" fmla="*/ 85725 h 2250018"/>
              <a:gd name="connsiteX12" fmla="*/ 8448675 w 11277600"/>
              <a:gd name="connsiteY12" fmla="*/ 109538 h 2250018"/>
              <a:gd name="connsiteX13" fmla="*/ 8805862 w 11277600"/>
              <a:gd name="connsiteY13" fmla="*/ 134938 h 2250018"/>
              <a:gd name="connsiteX14" fmla="*/ 9145588 w 11277600"/>
              <a:gd name="connsiteY14" fmla="*/ 161925 h 2250018"/>
              <a:gd name="connsiteX15" fmla="*/ 9461500 w 11277600"/>
              <a:gd name="connsiteY15" fmla="*/ 190500 h 2250018"/>
              <a:gd name="connsiteX16" fmla="*/ 9758362 w 11277600"/>
              <a:gd name="connsiteY16" fmla="*/ 219075 h 2250018"/>
              <a:gd name="connsiteX17" fmla="*/ 10031412 w 11277600"/>
              <a:gd name="connsiteY17" fmla="*/ 247650 h 2250018"/>
              <a:gd name="connsiteX18" fmla="*/ 10282238 w 11277600"/>
              <a:gd name="connsiteY18" fmla="*/ 274638 h 2250018"/>
              <a:gd name="connsiteX19" fmla="*/ 10504488 w 11277600"/>
              <a:gd name="connsiteY19" fmla="*/ 300038 h 2250018"/>
              <a:gd name="connsiteX20" fmla="*/ 10704512 w 11277600"/>
              <a:gd name="connsiteY20" fmla="*/ 323850 h 2250018"/>
              <a:gd name="connsiteX21" fmla="*/ 10874375 w 11277600"/>
              <a:gd name="connsiteY21" fmla="*/ 344488 h 2250018"/>
              <a:gd name="connsiteX22" fmla="*/ 11015662 w 11277600"/>
              <a:gd name="connsiteY22" fmla="*/ 363538 h 2250018"/>
              <a:gd name="connsiteX23" fmla="*/ 11210925 w 11277600"/>
              <a:gd name="connsiteY23" fmla="*/ 390525 h 2250018"/>
              <a:gd name="connsiteX24" fmla="*/ 11277600 w 11277600"/>
              <a:gd name="connsiteY24" fmla="*/ 400050 h 2250018"/>
              <a:gd name="connsiteX25" fmla="*/ 11277600 w 11277600"/>
              <a:gd name="connsiteY25" fmla="*/ 2250018 h 2250018"/>
              <a:gd name="connsiteX26" fmla="*/ 0 w 11277600"/>
              <a:gd name="connsiteY26" fmla="*/ 2250018 h 2250018"/>
              <a:gd name="connsiteX27" fmla="*/ 0 w 11277600"/>
              <a:gd name="connsiteY27" fmla="*/ 398463 h 2250018"/>
              <a:gd name="connsiteX28" fmla="*/ 255588 w 11277600"/>
              <a:gd name="connsiteY28" fmla="*/ 358775 h 2250018"/>
              <a:gd name="connsiteX29" fmla="*/ 511175 w 11277600"/>
              <a:gd name="connsiteY29" fmla="*/ 320675 h 2250018"/>
              <a:gd name="connsiteX30" fmla="*/ 766762 w 11277600"/>
              <a:gd name="connsiteY30" fmla="*/ 284163 h 2250018"/>
              <a:gd name="connsiteX31" fmla="*/ 1023938 w 11277600"/>
              <a:gd name="connsiteY31" fmla="*/ 252413 h 2250018"/>
              <a:gd name="connsiteX32" fmla="*/ 1279525 w 11277600"/>
              <a:gd name="connsiteY32" fmla="*/ 220663 h 2250018"/>
              <a:gd name="connsiteX33" fmla="*/ 1536700 w 11277600"/>
              <a:gd name="connsiteY33" fmla="*/ 190500 h 2250018"/>
              <a:gd name="connsiteX34" fmla="*/ 1790700 w 11277600"/>
              <a:gd name="connsiteY34" fmla="*/ 165100 h 2250018"/>
              <a:gd name="connsiteX35" fmla="*/ 2047875 w 11277600"/>
              <a:gd name="connsiteY35" fmla="*/ 141288 h 2250018"/>
              <a:gd name="connsiteX36" fmla="*/ 2303462 w 11277600"/>
              <a:gd name="connsiteY36" fmla="*/ 119063 h 2250018"/>
              <a:gd name="connsiteX37" fmla="*/ 2555875 w 11277600"/>
              <a:gd name="connsiteY37" fmla="*/ 100013 h 2250018"/>
              <a:gd name="connsiteX38" fmla="*/ 2809875 w 11277600"/>
              <a:gd name="connsiteY38" fmla="*/ 80963 h 2250018"/>
              <a:gd name="connsiteX39" fmla="*/ 3062288 w 11277600"/>
              <a:gd name="connsiteY39" fmla="*/ 65088 h 2250018"/>
              <a:gd name="connsiteX40" fmla="*/ 3313113 w 11277600"/>
              <a:gd name="connsiteY40" fmla="*/ 52388 h 2250018"/>
              <a:gd name="connsiteX41" fmla="*/ 3563938 w 11277600"/>
              <a:gd name="connsiteY41" fmla="*/ 39688 h 2250018"/>
              <a:gd name="connsiteX42" fmla="*/ 3811588 w 11277600"/>
              <a:gd name="connsiteY42" fmla="*/ 28575 h 2250018"/>
              <a:gd name="connsiteX43" fmla="*/ 4057650 w 11277600"/>
              <a:gd name="connsiteY43" fmla="*/ 20638 h 2250018"/>
              <a:gd name="connsiteX44" fmla="*/ 4303713 w 11277600"/>
              <a:gd name="connsiteY44" fmla="*/ 14288 h 2250018"/>
              <a:gd name="connsiteX45" fmla="*/ 4546600 w 11277600"/>
              <a:gd name="connsiteY45" fmla="*/ 7938 h 2250018"/>
              <a:gd name="connsiteX46" fmla="*/ 4787900 w 11277600"/>
              <a:gd name="connsiteY46" fmla="*/ 4763 h 2250018"/>
              <a:gd name="connsiteX47" fmla="*/ 5027613 w 11277600"/>
              <a:gd name="connsiteY47" fmla="*/ 1588 h 225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277600" h="2250018">
                <a:moveTo>
                  <a:pt x="5264150" y="0"/>
                </a:moveTo>
                <a:lnTo>
                  <a:pt x="5499100" y="1588"/>
                </a:lnTo>
                <a:lnTo>
                  <a:pt x="5730875" y="1588"/>
                </a:lnTo>
                <a:lnTo>
                  <a:pt x="5961063" y="4763"/>
                </a:lnTo>
                <a:lnTo>
                  <a:pt x="6186488" y="9525"/>
                </a:lnTo>
                <a:lnTo>
                  <a:pt x="6410325" y="14288"/>
                </a:lnTo>
                <a:lnTo>
                  <a:pt x="6629400" y="19050"/>
                </a:lnTo>
                <a:lnTo>
                  <a:pt x="6846888" y="26988"/>
                </a:lnTo>
                <a:lnTo>
                  <a:pt x="7061200" y="34925"/>
                </a:lnTo>
                <a:lnTo>
                  <a:pt x="7270750" y="42863"/>
                </a:lnTo>
                <a:lnTo>
                  <a:pt x="7680325" y="63500"/>
                </a:lnTo>
                <a:lnTo>
                  <a:pt x="8072438" y="85725"/>
                </a:lnTo>
                <a:lnTo>
                  <a:pt x="8448675" y="109538"/>
                </a:lnTo>
                <a:lnTo>
                  <a:pt x="8805862" y="134938"/>
                </a:lnTo>
                <a:lnTo>
                  <a:pt x="9145588" y="161925"/>
                </a:lnTo>
                <a:lnTo>
                  <a:pt x="9461500" y="190500"/>
                </a:lnTo>
                <a:lnTo>
                  <a:pt x="9758362" y="219075"/>
                </a:lnTo>
                <a:lnTo>
                  <a:pt x="10031412" y="247650"/>
                </a:lnTo>
                <a:lnTo>
                  <a:pt x="10282238" y="274638"/>
                </a:lnTo>
                <a:lnTo>
                  <a:pt x="10504488" y="300038"/>
                </a:lnTo>
                <a:lnTo>
                  <a:pt x="10704512" y="323850"/>
                </a:lnTo>
                <a:lnTo>
                  <a:pt x="10874375" y="344488"/>
                </a:lnTo>
                <a:lnTo>
                  <a:pt x="11015662" y="363538"/>
                </a:lnTo>
                <a:lnTo>
                  <a:pt x="11210925" y="390525"/>
                </a:lnTo>
                <a:lnTo>
                  <a:pt x="11277600" y="400050"/>
                </a:lnTo>
                <a:lnTo>
                  <a:pt x="11277600" y="2250018"/>
                </a:lnTo>
                <a:lnTo>
                  <a:pt x="0" y="2250018"/>
                </a:lnTo>
                <a:lnTo>
                  <a:pt x="0" y="398463"/>
                </a:lnTo>
                <a:lnTo>
                  <a:pt x="255588" y="358775"/>
                </a:lnTo>
                <a:lnTo>
                  <a:pt x="511175" y="320675"/>
                </a:lnTo>
                <a:lnTo>
                  <a:pt x="766762" y="284163"/>
                </a:lnTo>
                <a:lnTo>
                  <a:pt x="1023938" y="252413"/>
                </a:lnTo>
                <a:lnTo>
                  <a:pt x="1279525" y="220663"/>
                </a:lnTo>
                <a:lnTo>
                  <a:pt x="1536700" y="190500"/>
                </a:lnTo>
                <a:lnTo>
                  <a:pt x="1790700" y="165100"/>
                </a:lnTo>
                <a:lnTo>
                  <a:pt x="2047875" y="141288"/>
                </a:lnTo>
                <a:lnTo>
                  <a:pt x="2303462" y="119063"/>
                </a:lnTo>
                <a:lnTo>
                  <a:pt x="2555875" y="100013"/>
                </a:lnTo>
                <a:lnTo>
                  <a:pt x="2809875" y="80963"/>
                </a:lnTo>
                <a:lnTo>
                  <a:pt x="3062288" y="65088"/>
                </a:lnTo>
                <a:lnTo>
                  <a:pt x="3313113" y="52388"/>
                </a:lnTo>
                <a:lnTo>
                  <a:pt x="3563938" y="39688"/>
                </a:lnTo>
                <a:lnTo>
                  <a:pt x="3811588" y="28575"/>
                </a:lnTo>
                <a:lnTo>
                  <a:pt x="4057650" y="20638"/>
                </a:lnTo>
                <a:lnTo>
                  <a:pt x="4303713" y="14288"/>
                </a:lnTo>
                <a:lnTo>
                  <a:pt x="4546600" y="7938"/>
                </a:lnTo>
                <a:lnTo>
                  <a:pt x="4787900" y="4763"/>
                </a:lnTo>
                <a:lnTo>
                  <a:pt x="5027613" y="158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9C80E52D-DE5C-4267-9C99-8741F2E42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0371525">
            <a:off x="263767" y="4117124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E22F422-5AB3-467F-B26E-E599770C3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060" y="5064075"/>
            <a:ext cx="10893095" cy="117494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altLang="zh-TW" sz="6000" b="1" dirty="0">
                <a:latin typeface="Arial" panose="020B0604020202020204" pitchFamily="34" charset="0"/>
                <a:cs typeface="Arial" panose="020B0604020202020204" pitchFamily="34" charset="0"/>
              </a:rPr>
              <a:t>What we prolong is a meaning life or endless pain?</a:t>
            </a:r>
            <a:endParaRPr lang="en-US" altLang="zh-TW" sz="6000" b="0" i="0" kern="1200" dirty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05600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10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7" name="Rectangle 14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11CAC6F2-0806-417B-BF5D-5AEF6195F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D4723B02-0AAB-4F6E-BA41-8ED99D559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5B0A387-E30F-4FAE-A77A-9F34087B8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4847" y="571500"/>
            <a:ext cx="3690916" cy="32819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800" b="0" i="0" kern="1200" dirty="0">
                <a:solidFill>
                  <a:srgbClr val="EBEB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Life ?death?</a:t>
            </a:r>
          </a:p>
        </p:txBody>
      </p:sp>
      <p:pic>
        <p:nvPicPr>
          <p:cNvPr id="6" name="內容版面配置區 4">
            <a:extLst>
              <a:ext uri="{FF2B5EF4-FFF2-40B4-BE49-F238E27FC236}">
                <a16:creationId xmlns:a16="http://schemas.microsoft.com/office/drawing/2014/main" id="{0B46F1F5-387A-4D67-B65F-A3E88B877D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544" y="1113063"/>
            <a:ext cx="5915345" cy="46287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15798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720A29-D7B4-49F7-AA62-B668F581C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5400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zh-TW" alt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64F22E-592B-4C89-945F-BD2473F21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sz="4000" dirty="0">
                <a:latin typeface="Arial" panose="020B0604020202020204" pitchFamily="34" charset="0"/>
                <a:cs typeface="Arial" panose="020B0604020202020204" pitchFamily="34" charset="0"/>
              </a:rPr>
              <a:t>We need it  !</a:t>
            </a:r>
          </a:p>
          <a:p>
            <a:endParaRPr lang="en-US" altLang="zh-TW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4000" dirty="0">
                <a:latin typeface="Arial" panose="020B0604020202020204" pitchFamily="34" charset="0"/>
                <a:cs typeface="Arial" panose="020B0604020202020204" pitchFamily="34" charset="0"/>
              </a:rPr>
              <a:t>We want it  !</a:t>
            </a:r>
          </a:p>
          <a:p>
            <a:endParaRPr lang="en-US" altLang="zh-TW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4000" dirty="0">
                <a:latin typeface="Arial" panose="020B0604020202020204" pitchFamily="34" charset="0"/>
                <a:cs typeface="Arial" panose="020B0604020202020204" pitchFamily="34" charset="0"/>
              </a:rPr>
              <a:t>We can control it  !</a:t>
            </a:r>
          </a:p>
          <a:p>
            <a:endParaRPr lang="en-US" altLang="zh-TW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TW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993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37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50" name="Rectangle 41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1" name="Freeform 5">
            <a:extLst>
              <a:ext uri="{FF2B5EF4-FFF2-40B4-BE49-F238E27FC236}">
                <a16:creationId xmlns:a16="http://schemas.microsoft.com/office/drawing/2014/main" id="{4E212B76-74CB-461F-90A3-EF4F2397A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A75BEE6-7115-480C-89FB-683D7B760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956" y="846746"/>
            <a:ext cx="4798142" cy="315375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z="6000" b="0" i="0" kern="1200" dirty="0">
                <a:solidFill>
                  <a:srgbClr val="EBEB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need it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1E746D0-4B37-4869-B2EF-79D5F0FFF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C4777CC-0F1D-4C3F-961B-95B86997D8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709" y="1465770"/>
            <a:ext cx="5474841" cy="307959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9FD2A5EB-1293-45AD-BF7A-89F6A807E939}"/>
              </a:ext>
            </a:extLst>
          </p:cNvPr>
          <p:cNvSpPr txBox="1"/>
          <p:nvPr/>
        </p:nvSpPr>
        <p:spPr>
          <a:xfrm>
            <a:off x="6860242" y="3005568"/>
            <a:ext cx="42633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latin typeface="Arial" panose="020B0604020202020204" pitchFamily="34" charset="0"/>
                <a:cs typeface="Arial" panose="020B0604020202020204" pitchFamily="34" charset="0"/>
              </a:rPr>
              <a:t>&gt;Death is only way to be rescued.</a:t>
            </a:r>
          </a:p>
          <a:p>
            <a:endParaRPr lang="en-US" altLang="zh-TW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3600" dirty="0">
                <a:latin typeface="Arial" panose="020B0604020202020204" pitchFamily="34" charset="0"/>
                <a:cs typeface="Arial" panose="020B0604020202020204" pitchFamily="34" charset="0"/>
              </a:rPr>
              <a:t>&gt;Die with dignity</a:t>
            </a:r>
          </a:p>
          <a:p>
            <a:endParaRPr lang="zh-TW" altLang="zh-TW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TW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378071F-3728-4B5A-916D-9CED52FC369E}"/>
              </a:ext>
            </a:extLst>
          </p:cNvPr>
          <p:cNvSpPr txBox="1"/>
          <p:nvPr/>
        </p:nvSpPr>
        <p:spPr>
          <a:xfrm>
            <a:off x="1988598" y="4807455"/>
            <a:ext cx="3240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傅達仁</a:t>
            </a:r>
          </a:p>
        </p:txBody>
      </p:sp>
    </p:spTree>
    <p:extLst>
      <p:ext uri="{BB962C8B-B14F-4D97-AF65-F5344CB8AC3E}">
        <p14:creationId xmlns:p14="http://schemas.microsoft.com/office/powerpoint/2010/main" val="900678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399AE6-3820-40F1-B852-72D310D5A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486" y="2694537"/>
            <a:ext cx="9436105" cy="2677648"/>
          </a:xfrm>
        </p:spPr>
        <p:txBody>
          <a:bodyPr/>
          <a:lstStyle/>
          <a:p>
            <a:pPr algn="ctr"/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Why we want it?</a:t>
            </a:r>
            <a:b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TW" sz="4400" b="1" dirty="0">
                <a:latin typeface="Arial" panose="020B0604020202020204" pitchFamily="34" charset="0"/>
                <a:cs typeface="Arial" panose="020B0604020202020204" pitchFamily="34" charset="0"/>
              </a:rPr>
              <a:t>We want to choose when to die.</a:t>
            </a:r>
            <a:br>
              <a:rPr lang="en-US" altLang="zh-TW" sz="4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zh-TW" sz="4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E173BBE-7188-4018-B427-262C8DED2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8019" y="4431151"/>
            <a:ext cx="8825658" cy="861420"/>
          </a:xfrm>
        </p:spPr>
        <p:txBody>
          <a:bodyPr>
            <a:noAutofit/>
          </a:bodyPr>
          <a:lstStyle/>
          <a:p>
            <a:pPr algn="ctr"/>
            <a:r>
              <a:rPr lang="en-US" altLang="zh-TW" sz="3600" cap="none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not take action when you have enough energy and time.</a:t>
            </a:r>
            <a:endParaRPr lang="zh-TW" altLang="en-US" sz="3600" cap="none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63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32CFD70-75BF-42B7-9E0F-2FC6DBA06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188" y="729826"/>
            <a:ext cx="2942210" cy="1020232"/>
          </a:xfrm>
        </p:spPr>
        <p:txBody>
          <a:bodyPr>
            <a:normAutofit/>
          </a:bodyPr>
          <a:lstStyle/>
          <a:p>
            <a:r>
              <a:rPr lang="en-US" altLang="zh-TW" sz="4400" dirty="0">
                <a:solidFill>
                  <a:srgbClr val="EBEB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want it !</a:t>
            </a:r>
            <a:endParaRPr lang="zh-TW" altLang="en-US" sz="4400" dirty="0">
              <a:solidFill>
                <a:srgbClr val="EBEB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BE793DB-03B6-432E-B971-6785EE7B5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607" y="1303815"/>
            <a:ext cx="6391533" cy="4250369"/>
          </a:xfrm>
          <a:prstGeom prst="rect">
            <a:avLst/>
          </a:prstGeom>
        </p:spPr>
      </p:pic>
      <p:sp>
        <p:nvSpPr>
          <p:cNvPr id="23" name="Rectangle 15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17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2D1CFD-982E-4009-BB08-D381F5E37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239" y="1655284"/>
            <a:ext cx="4142070" cy="3898900"/>
          </a:xfrm>
        </p:spPr>
        <p:txBody>
          <a:bodyPr>
            <a:noAutofit/>
          </a:bodyPr>
          <a:lstStyle/>
          <a:p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Fulfill dreams</a:t>
            </a:r>
          </a:p>
          <a:p>
            <a:endParaRPr lang="en-US" altLang="zh-TW" sz="3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Cherish time rather than receive treatment in vain</a:t>
            </a:r>
          </a:p>
          <a:p>
            <a:endParaRPr lang="en-US" altLang="zh-TW" sz="3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meaningful life</a:t>
            </a:r>
          </a:p>
          <a:p>
            <a:endParaRPr lang="en-US" altLang="zh-TW" sz="3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TW" sz="3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TW" sz="3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TW" sz="3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01609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399AE6-3820-40F1-B852-72D310D5A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486" y="2694537"/>
            <a:ext cx="9436105" cy="2677648"/>
          </a:xfrm>
        </p:spPr>
        <p:txBody>
          <a:bodyPr anchor="t"/>
          <a:lstStyle/>
          <a:p>
            <a:pPr algn="ctr"/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Worry about negative effect?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E173BBE-7188-4018-B427-262C8DED2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8019" y="4431151"/>
            <a:ext cx="8825658" cy="861420"/>
          </a:xfrm>
        </p:spPr>
        <p:txBody>
          <a:bodyPr>
            <a:noAutofit/>
          </a:bodyPr>
          <a:lstStyle/>
          <a:p>
            <a:pPr algn="ctr"/>
            <a:endParaRPr lang="zh-TW" altLang="en-US" sz="3600" cap="none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9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1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5" name="Freeform 5">
            <a:extLst>
              <a:ext uri="{FF2B5EF4-FFF2-40B4-BE49-F238E27FC236}">
                <a16:creationId xmlns:a16="http://schemas.microsoft.com/office/drawing/2014/main" id="{11CAC6F2-0806-417B-BF5D-5AEF6195F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4723B02-0AAB-4F6E-BA41-8ED99D559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6C8F237-97FA-4704-9ABA-3C7901DE9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6385" y="718542"/>
            <a:ext cx="3382297" cy="32819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z="5400" b="0" i="0" kern="1200" dirty="0">
                <a:solidFill>
                  <a:srgbClr val="EBEB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can control it !</a:t>
            </a:r>
          </a:p>
        </p:txBody>
      </p:sp>
      <p:pic>
        <p:nvPicPr>
          <p:cNvPr id="64" name="圖片 63" descr="未提供相片說明。">
            <a:extLst>
              <a:ext uri="{FF2B5EF4-FFF2-40B4-BE49-F238E27FC236}">
                <a16:creationId xmlns:a16="http://schemas.microsoft.com/office/drawing/2014/main" id="{63F27554-9130-479C-84A7-2A0ED8B4AAD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9073" y="1001840"/>
            <a:ext cx="7208824" cy="4854319"/>
          </a:xfrm>
          <a:prstGeom prst="roundRect">
            <a:avLst>
              <a:gd name="adj" fmla="val 1858"/>
            </a:avLst>
          </a:prstGeom>
          <a:noFill/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8F4F7712-87B5-40C3-9AA9-7BE3588BF73C}"/>
              </a:ext>
            </a:extLst>
          </p:cNvPr>
          <p:cNvSpPr txBox="1"/>
          <p:nvPr/>
        </p:nvSpPr>
        <p:spPr>
          <a:xfrm>
            <a:off x="7972039" y="3302493"/>
            <a:ext cx="352664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>
                <a:latin typeface="Arial" panose="020B0604020202020204" pitchFamily="34" charset="0"/>
                <a:cs typeface="Arial" panose="020B0604020202020204" pitchFamily="34" charset="0"/>
              </a:rPr>
              <a:t>&gt; Higher </a:t>
            </a:r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standard</a:t>
            </a:r>
          </a:p>
          <a:p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832395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8D2914-3BEB-4DF3-BF54-742209EAC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800" dirty="0">
                <a:latin typeface="Arial" panose="020B0604020202020204" pitchFamily="34" charset="0"/>
                <a:cs typeface="Arial" panose="020B0604020202020204" pitchFamily="34" charset="0"/>
              </a:rPr>
              <a:t>Final remarks</a:t>
            </a:r>
            <a:endParaRPr lang="zh-TW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668C10-0C6E-4403-9518-73FA35EFB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68032"/>
            <a:ext cx="8825659" cy="3416300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No one want to leave the world when they are able to change.</a:t>
            </a:r>
            <a:endParaRPr lang="zh-TW" altLang="zh-TW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They need</a:t>
            </a:r>
            <a:r>
              <a:rPr lang="zh-TW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it ! They want it !  And also , we can control it !</a:t>
            </a:r>
          </a:p>
          <a:p>
            <a:r>
              <a:rPr lang="en-US" altLang="zh-TW" sz="3200" dirty="0">
                <a:latin typeface="Arial" panose="020B0604020202020204" pitchFamily="34" charset="0"/>
                <a:cs typeface="Arial" panose="020B0604020202020204" pitchFamily="34" charset="0"/>
              </a:rPr>
              <a:t>Support euthanasia in Taiwan , give them a peaceful way to leave . </a:t>
            </a:r>
          </a:p>
          <a:p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9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8A912E-EE93-40DD-B645-7BF43D84D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800" dirty="0">
                <a:latin typeface="Arial" panose="020B0604020202020204" pitchFamily="34" charset="0"/>
                <a:cs typeface="Arial" panose="020B0604020202020204" pitchFamily="34" charset="0"/>
              </a:rPr>
              <a:t>Take home message</a:t>
            </a:r>
            <a:endParaRPr lang="zh-TW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BA889E-A942-4B0B-9B5E-3EFB2BE8F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Arial" panose="020B0604020202020204" pitchFamily="34" charset="0"/>
                <a:cs typeface="Arial" panose="020B0604020202020204" pitchFamily="34" charset="0"/>
              </a:rPr>
              <a:t>Hope we don’t need it , but be glad the option is there</a:t>
            </a:r>
          </a:p>
          <a:p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963231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3CD81F-C422-4AEC-B5DC-4237C1172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FBA79E-181B-467F-83D5-D2631BE40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170" y="2683399"/>
            <a:ext cx="8825659" cy="34163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9600" dirty="0">
                <a:latin typeface="Arial" panose="020B0604020202020204" pitchFamily="34" charset="0"/>
                <a:cs typeface="Arial" panose="020B0604020202020204" pitchFamily="34" charset="0"/>
              </a:rPr>
              <a:t>Q&amp;A ?</a:t>
            </a:r>
            <a:endParaRPr lang="zh-TW" alt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1924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離子會議室">
  <a:themeElements>
    <a:clrScheme name="離子會議室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離子會議室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離子會議室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171</Words>
  <Application>Microsoft Office PowerPoint</Application>
  <PresentationFormat>寬螢幕</PresentationFormat>
  <Paragraphs>35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離子會議室</vt:lpstr>
      <vt:lpstr>Euthanasia should be another option to choose</vt:lpstr>
      <vt:lpstr>What we prolong is a meaning life or endless pain?</vt:lpstr>
      <vt:lpstr>Life ?death?</vt:lpstr>
      <vt:lpstr>Outline</vt:lpstr>
      <vt:lpstr>We need it </vt:lpstr>
      <vt:lpstr>Why we want it? We want to choose when to die.  </vt:lpstr>
      <vt:lpstr>We want it !</vt:lpstr>
      <vt:lpstr>Worry about negative effect?</vt:lpstr>
      <vt:lpstr>We can control it !</vt:lpstr>
      <vt:lpstr>Final remarks</vt:lpstr>
      <vt:lpstr>Take home message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Euthanasia should be another option to choose</dc:title>
  <dc:creator>宗祐 李</dc:creator>
  <cp:lastModifiedBy>宗祐 李</cp:lastModifiedBy>
  <cp:revision>13</cp:revision>
  <dcterms:created xsi:type="dcterms:W3CDTF">2020-01-10T01:18:35Z</dcterms:created>
  <dcterms:modified xsi:type="dcterms:W3CDTF">2020-01-10T05:34:30Z</dcterms:modified>
</cp:coreProperties>
</file>