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F9C64-78BB-9B2D-ED55-0F262133E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653576-D4FA-9163-77D3-D20AA9C22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E58C36-D970-B004-2FC1-D24D9FB6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92DD9-964E-8930-A3B0-B383F69A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C1E294-30BC-1C36-6F5A-20ECED99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66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7949D1-8F2D-3C44-77F7-1F28CAEB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90B34-E9CD-47F7-33E5-BF4347DE3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09B90D-79E3-8698-A857-D2C6381E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43ADC8-561B-6315-24A6-2337E43E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BBDA3-3761-2CB6-895B-05576F98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53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C57D8-B38B-C4CA-4B19-81E09332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694766-53AE-FCD8-9DD2-08C083B02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84318-4677-3D92-7D9A-800B705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0F86FD-5468-B3D6-3705-852C5115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602F01-259D-1D35-BC71-7DA9D694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46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0D07F-B293-5E8F-B221-FFFC5892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3B2B43-D4CB-3474-1852-6F0C15F5B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8783A3-D8A0-3088-54B5-704031D56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37AE69-E5B9-A7BC-4752-A2B800DE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0E87C7-B939-0508-19C0-0C9456A7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358072-1E37-761B-62F2-0AA0A6AC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64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42B64-BDDB-5C1A-1989-CE82B481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9A4040-CE39-2D61-3C16-D56D16075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F6CD6A6-4695-FF3F-63D3-58D41AA64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72644E1-A33E-78DE-90E4-A20752580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CE79F61-92C1-AD75-0056-13DC0A424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EF94E3-F386-AF08-3461-9933E978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A2ECE58-C58B-CFC5-22C5-F6B7DB03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0947ED-24A0-2C83-6907-365BF96D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20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C00B2-7BD6-D8D7-75B1-5976AF818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D78DB0-D056-54BD-9ECD-DF0767B9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A20BC1-B63E-5AEB-320D-A5D55F35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8AFDF7-F8A8-3118-8B4D-A24B72D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02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D4F13A5-6EF9-57BC-94CC-706C11E4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81941B-9027-791D-DA7B-FD8ECA7E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D28813-3F7B-2273-EFC6-A0E9B151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16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6B75F-6FA5-3D27-65D5-088C489D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250689-2CEC-B22B-3856-D9F23421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2C4F7A-67EA-7260-43E5-27E47C717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DA71F5-BE2C-596A-80E5-D4F86EDE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206E01-188F-3A17-9D07-27DAB732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2E8D73-40BB-64FD-1C42-C85A149A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7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A7925-E148-4259-148A-0814017CB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23A894-4287-A5E5-E396-CC472CF0B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9F1C6F-FBDD-3AF7-639F-23728962D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D2F7E4-4D4D-1368-366E-C712E40D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1B480A-CC5C-FA88-4DA7-4738B43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55D900-4DC8-4B6F-7478-5B7AC65B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98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619A2-9566-F670-FCD7-168A66C2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316A8C-6EA6-B52C-F283-1AF77EECB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68E54E-1CFF-5FBE-DF8A-C056DEA8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003740-FC59-7E27-2199-0F793E13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D41A19-06AE-026F-11EA-780E12C3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3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212DF8D-9C4B-1B86-FD5C-F6084AAF4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4813AE4-297C-5255-32B3-5CD67E6F7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FF356-27B8-142C-7ECD-50DA9312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40DF59-D7E0-90DF-E4B3-60F95731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F2BADB-A369-2433-0D70-920B750A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00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6A6474F-204F-18F2-B877-64AF019CD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BB36E3-EFE2-449B-8383-A2FEF1301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5E473D-9D84-0103-B77B-FA94D6E7B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E7089-BD5F-4908-A389-32ED912ED74F}" type="datetimeFigureOut">
              <a:rPr lang="zh-TW" altLang="en-US" smtClean="0"/>
              <a:t>2024/4/1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FE622-2844-56DE-68FF-F10361658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F255BB-75F8-46F4-9E0F-BA99588F7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42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5E93CE7-EC55-AA0D-3393-150930182038}"/>
              </a:ext>
            </a:extLst>
          </p:cNvPr>
          <p:cNvSpPr txBox="1"/>
          <p:nvPr/>
        </p:nvSpPr>
        <p:spPr>
          <a:xfrm>
            <a:off x="5260252" y="157325"/>
            <a:ext cx="1560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講台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1436E2-520C-A99A-2AA5-791998DC8B05}"/>
              </a:ext>
            </a:extLst>
          </p:cNvPr>
          <p:cNvSpPr txBox="1"/>
          <p:nvPr/>
        </p:nvSpPr>
        <p:spPr>
          <a:xfrm>
            <a:off x="311353" y="157324"/>
            <a:ext cx="276614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FF0000"/>
                </a:solidFill>
              </a:rPr>
              <a:t>62117</a:t>
            </a:r>
            <a:r>
              <a:rPr lang="zh-TW" altLang="en-US" sz="3200" dirty="0">
                <a:solidFill>
                  <a:srgbClr val="FF0000"/>
                </a:solidFill>
              </a:rPr>
              <a:t> （</a:t>
            </a:r>
            <a:r>
              <a:rPr lang="en-US" altLang="zh-TW" sz="3200" dirty="0">
                <a:solidFill>
                  <a:srgbClr val="FF0000"/>
                </a:solidFill>
              </a:rPr>
              <a:t>31</a:t>
            </a:r>
            <a:r>
              <a:rPr lang="zh-TW" altLang="en-US" sz="3200" dirty="0">
                <a:solidFill>
                  <a:srgbClr val="FF0000"/>
                </a:solidFill>
              </a:rPr>
              <a:t>人）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C4E8A69-8949-5660-D79D-33ACB3FA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794620"/>
              </p:ext>
            </p:extLst>
          </p:nvPr>
        </p:nvGraphicFramePr>
        <p:xfrm>
          <a:off x="419509" y="1073627"/>
          <a:ext cx="2215536" cy="4687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李姿穎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簡玲萱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賴榆方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林劉鎮磊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陳芊妤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余瑋晟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李姿慧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1D88344-C9D1-B696-BFD3-D3D466150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453172"/>
              </p:ext>
            </p:extLst>
          </p:nvPr>
        </p:nvGraphicFramePr>
        <p:xfrm>
          <a:off x="2956232" y="1073627"/>
          <a:ext cx="3054555" cy="535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185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廖芷萱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朱庭萱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高嘉妤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李祐君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柯堯珹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黃啟耀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陳語翎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許詠筑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0FA9265-FBF7-5471-CC5E-4436F7DC6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641515"/>
              </p:ext>
            </p:extLst>
          </p:nvPr>
        </p:nvGraphicFramePr>
        <p:xfrm>
          <a:off x="9566788" y="1073627"/>
          <a:ext cx="2215536" cy="535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陳邑瑄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陳霈伃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黃聖評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黃柏勳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洪靖倫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謝沛恩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楊采穎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徐蕙誼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E3A8E72-905E-1AE5-1D6D-8F7FD3C5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454582"/>
              </p:ext>
            </p:extLst>
          </p:nvPr>
        </p:nvGraphicFramePr>
        <p:xfrm>
          <a:off x="6191046" y="1073627"/>
          <a:ext cx="3044721" cy="535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907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黃怡熏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江泰佳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楊承育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徐慧穎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王俞揚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朱培元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葉品茵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沈妘蓮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34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5E93CE7-EC55-AA0D-3393-150930182038}"/>
              </a:ext>
            </a:extLst>
          </p:cNvPr>
          <p:cNvSpPr txBox="1"/>
          <p:nvPr/>
        </p:nvSpPr>
        <p:spPr>
          <a:xfrm>
            <a:off x="5260252" y="157325"/>
            <a:ext cx="1560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講台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1436E2-520C-A99A-2AA5-791998DC8B05}"/>
              </a:ext>
            </a:extLst>
          </p:cNvPr>
          <p:cNvSpPr txBox="1"/>
          <p:nvPr/>
        </p:nvSpPr>
        <p:spPr>
          <a:xfrm>
            <a:off x="262191" y="171838"/>
            <a:ext cx="28644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FF0000"/>
                </a:solidFill>
              </a:rPr>
              <a:t>62223</a:t>
            </a:r>
            <a:r>
              <a:rPr lang="zh-TW" altLang="en-US" sz="3200" dirty="0">
                <a:solidFill>
                  <a:srgbClr val="FF0000"/>
                </a:solidFill>
              </a:rPr>
              <a:t>（</a:t>
            </a:r>
            <a:r>
              <a:rPr lang="en-US" altLang="zh-TW" sz="3200" dirty="0">
                <a:solidFill>
                  <a:srgbClr val="FF0000"/>
                </a:solidFill>
              </a:rPr>
              <a:t>34</a:t>
            </a:r>
            <a:r>
              <a:rPr lang="zh-TW" altLang="en-US" sz="3200" dirty="0">
                <a:solidFill>
                  <a:srgbClr val="FF0000"/>
                </a:solidFill>
              </a:rPr>
              <a:t>人）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C4E8A69-8949-5660-D79D-33ACB3FA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746396"/>
              </p:ext>
            </p:extLst>
          </p:nvPr>
        </p:nvGraphicFramePr>
        <p:xfrm>
          <a:off x="419509" y="1073627"/>
          <a:ext cx="2215536" cy="44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邱仟婷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許佑瑄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王苡綸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呂采蓁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陳宜姍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康 皓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陳琮毓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張肇麟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1D88344-C9D1-B696-BFD3-D3D466150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44884"/>
              </p:ext>
            </p:extLst>
          </p:nvPr>
        </p:nvGraphicFramePr>
        <p:xfrm>
          <a:off x="2956232" y="1073627"/>
          <a:ext cx="3054555" cy="5042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185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溫翎傑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尹法祥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蕭語柔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洪嘉澤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趙友誠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周緯倫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張弘融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曾子恩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張晏庭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15095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0FA9265-FBF7-5471-CC5E-4436F7DC6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59647"/>
              </p:ext>
            </p:extLst>
          </p:nvPr>
        </p:nvGraphicFramePr>
        <p:xfrm>
          <a:off x="9566788" y="1073627"/>
          <a:ext cx="2215536" cy="5582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陳凱騫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連亞萱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林彤達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劉宸甫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劉芳瑜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陳豪駿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侯思存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陳昱瑄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29399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57489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E3A8E72-905E-1AE5-1D6D-8F7FD3C5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6365"/>
              </p:ext>
            </p:extLst>
          </p:nvPr>
        </p:nvGraphicFramePr>
        <p:xfrm>
          <a:off x="6191046" y="1073627"/>
          <a:ext cx="3044721" cy="5042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907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余梵煦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吳承恩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林孟漩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柯旻佐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李敏榕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黃品馨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詹雅鈞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>
                          <a:effectLst/>
                          <a:latin typeface="Arial" panose="020B0604020202020204" pitchFamily="34" charset="0"/>
                        </a:rPr>
                        <a:t>林宸樂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蔡劭威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747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1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標楷體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169</Words>
  <Application>Microsoft Office PowerPoint</Application>
  <PresentationFormat>寬螢幕</PresentationFormat>
  <Paragraphs>69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李宗祐</dc:creator>
  <cp:lastModifiedBy>李宗祐</cp:lastModifiedBy>
  <cp:revision>2</cp:revision>
  <dcterms:created xsi:type="dcterms:W3CDTF">2024-04-01T04:31:24Z</dcterms:created>
  <dcterms:modified xsi:type="dcterms:W3CDTF">2024-04-01T04:43:39Z</dcterms:modified>
</cp:coreProperties>
</file>