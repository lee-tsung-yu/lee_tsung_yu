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F9C64-78BB-9B2D-ED55-0F262133E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653576-D4FA-9163-77D3-D20AA9C22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E58C36-D970-B004-2FC1-D24D9FB6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92DD9-964E-8930-A3B0-B383F69A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C1E294-30BC-1C36-6F5A-20ECED99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662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7949D1-8F2D-3C44-77F7-1F28CAEB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390B34-E9CD-47F7-33E5-BF4347DE3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9B90D-79E3-8698-A857-D2C6381E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43ADC8-561B-6315-24A6-2337E43E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BBDA3-3761-2CB6-895B-05576F98D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53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9C57D8-B38B-C4CA-4B19-81E09332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694766-53AE-FCD8-9DD2-08C083B02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84318-4677-3D92-7D9A-800B705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0F86FD-5468-B3D6-3705-852C5115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602F01-259D-1D35-BC71-7DA9D694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46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0D07F-B293-5E8F-B221-FFFC5892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3B2B43-D4CB-3474-1852-6F0C15F5B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8783A3-D8A0-3088-54B5-704031D56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37AE69-E5B9-A7BC-4752-A2B800DE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0E87C7-B939-0508-19C0-0C9456A7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358072-1E37-761B-62F2-0AA0A6AC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64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42B64-BDDB-5C1A-1989-CE82B481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9A4040-CE39-2D61-3C16-D56D16075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6CD6A6-4695-FF3F-63D3-58D41AA64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72644E1-A33E-78DE-90E4-A20752580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E79F61-92C1-AD75-0056-13DC0A424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EF94E3-F386-AF08-3461-9933E978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2ECE58-C58B-CFC5-22C5-F6B7DB03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0947ED-24A0-2C83-6907-365BF96D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020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C00B2-7BD6-D8D7-75B1-5976AF81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D78DB0-D056-54BD-9ECD-DF0767B94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A20BC1-B63E-5AEB-320D-A5D55F35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8AFDF7-F8A8-3118-8B4D-A24B72D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02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D4F13A5-6EF9-57BC-94CC-706C11E4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481941B-9027-791D-DA7B-FD8ECA7E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D28813-3F7B-2273-EFC6-A0E9B1511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165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6B75F-6FA5-3D27-65D5-088C489D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250689-2CEC-B22B-3856-D9F234216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2C4F7A-67EA-7260-43E5-27E47C717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DA71F5-BE2C-596A-80E5-D4F86EDE9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A206E01-188F-3A17-9D07-27DAB732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2E8D73-40BB-64FD-1C42-C85A149A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71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A7925-E148-4259-148A-0814017CB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23A894-4287-A5E5-E396-CC472CF0B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9F1C6F-FBDD-3AF7-639F-23728962D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6D2F7E4-4D4D-1368-366E-C712E40D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1B480A-CC5C-FA88-4DA7-4738B43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55D900-4DC8-4B6F-7478-5B7AC65B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098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619A2-9566-F670-FCD7-168A66C2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316A8C-6EA6-B52C-F283-1AF77EECB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68E54E-1CFF-5FBE-DF8A-C056DEA8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03740-FC59-7E27-2199-0F793E13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D41A19-06AE-026F-11EA-780E12C3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3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212DF8D-9C4B-1B86-FD5C-F6084AAF4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4813AE4-297C-5255-32B3-5CD67E6F7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FF356-27B8-142C-7ECD-50DA9312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40DF59-D7E0-90DF-E4B3-60F95731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F2BADB-A369-2433-0D70-920B750A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400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A6474F-204F-18F2-B877-64AF019C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BB36E3-EFE2-449B-8383-A2FEF1301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5E473D-9D84-0103-B77B-FA94D6E7B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E7089-BD5F-4908-A389-32ED912ED74F}" type="datetimeFigureOut">
              <a:rPr lang="zh-TW" altLang="en-US" smtClean="0"/>
              <a:t>2024/5/9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FE622-2844-56DE-68FF-F10361658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F255BB-75F8-46F4-9E0F-BA99588F7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938E6-30A1-4FAD-9268-3E5424FD7E0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42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5E93CE7-EC55-AA0D-3393-150930182038}"/>
              </a:ext>
            </a:extLst>
          </p:cNvPr>
          <p:cNvSpPr txBox="1"/>
          <p:nvPr/>
        </p:nvSpPr>
        <p:spPr>
          <a:xfrm>
            <a:off x="5260252" y="157325"/>
            <a:ext cx="1560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講台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1436E2-520C-A99A-2AA5-791998DC8B05}"/>
              </a:ext>
            </a:extLst>
          </p:cNvPr>
          <p:cNvSpPr txBox="1"/>
          <p:nvPr/>
        </p:nvSpPr>
        <p:spPr>
          <a:xfrm>
            <a:off x="311353" y="157324"/>
            <a:ext cx="276614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FF0000"/>
                </a:solidFill>
              </a:rPr>
              <a:t>62117</a:t>
            </a:r>
            <a:r>
              <a:rPr lang="zh-TW" altLang="en-US" sz="3200" dirty="0">
                <a:solidFill>
                  <a:srgbClr val="FF0000"/>
                </a:solidFill>
              </a:rPr>
              <a:t> （</a:t>
            </a:r>
            <a:r>
              <a:rPr lang="en-US" altLang="zh-TW" sz="3200" dirty="0">
                <a:solidFill>
                  <a:srgbClr val="FF0000"/>
                </a:solidFill>
              </a:rPr>
              <a:t>31</a:t>
            </a:r>
            <a:r>
              <a:rPr lang="zh-TW" altLang="en-US" sz="3200" dirty="0">
                <a:solidFill>
                  <a:srgbClr val="FF0000"/>
                </a:solidFill>
              </a:rPr>
              <a:t>人）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4E8A69-8949-5660-D79D-33ACB3F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26631"/>
              </p:ext>
            </p:extLst>
          </p:nvPr>
        </p:nvGraphicFramePr>
        <p:xfrm>
          <a:off x="419509" y="1073627"/>
          <a:ext cx="2215536" cy="4687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周緯倫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康 皓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陳豪駿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尹法祥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林孟漩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余梵煦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連亞萱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1D88344-C9D1-B696-BFD3-D3D466150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448430"/>
              </p:ext>
            </p:extLst>
          </p:nvPr>
        </p:nvGraphicFramePr>
        <p:xfrm>
          <a:off x="2956232" y="1073627"/>
          <a:ext cx="3054555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85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李敏榕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趙友誠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張弘融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陳昱瑄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呂采蓁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曾子恩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劉芳瑜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林彤達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0FA9265-FBF7-5471-CC5E-4436F7DC6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458217"/>
              </p:ext>
            </p:extLst>
          </p:nvPr>
        </p:nvGraphicFramePr>
        <p:xfrm>
          <a:off x="9566788" y="1073627"/>
          <a:ext cx="2215536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詹雅鈞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蔡劭威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張晏庭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蕭語柔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劉宸甫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陳宜姍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黃品馨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陳凱騫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E3A8E72-905E-1AE5-1D6D-8F7FD3C5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461033"/>
              </p:ext>
            </p:extLst>
          </p:nvPr>
        </p:nvGraphicFramePr>
        <p:xfrm>
          <a:off x="6191046" y="1073627"/>
          <a:ext cx="3044721" cy="5356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7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林宸樂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洪嘉澤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柯旻佐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陳琮毓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溫翎傑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吳承恩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張肇麟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669584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侯思存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49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5E93CE7-EC55-AA0D-3393-150930182038}"/>
              </a:ext>
            </a:extLst>
          </p:cNvPr>
          <p:cNvSpPr txBox="1"/>
          <p:nvPr/>
        </p:nvSpPr>
        <p:spPr>
          <a:xfrm>
            <a:off x="5260252" y="157325"/>
            <a:ext cx="1560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dirty="0"/>
              <a:t>講台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E1436E2-520C-A99A-2AA5-791998DC8B05}"/>
              </a:ext>
            </a:extLst>
          </p:cNvPr>
          <p:cNvSpPr txBox="1"/>
          <p:nvPr/>
        </p:nvSpPr>
        <p:spPr>
          <a:xfrm>
            <a:off x="262191" y="171838"/>
            <a:ext cx="28644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solidFill>
                  <a:srgbClr val="FF0000"/>
                </a:solidFill>
              </a:rPr>
              <a:t>62223</a:t>
            </a:r>
            <a:r>
              <a:rPr lang="zh-TW" altLang="en-US" sz="3200" dirty="0">
                <a:solidFill>
                  <a:srgbClr val="FF0000"/>
                </a:solidFill>
              </a:rPr>
              <a:t>（</a:t>
            </a:r>
            <a:r>
              <a:rPr lang="en-US" altLang="zh-TW" sz="3200" dirty="0">
                <a:solidFill>
                  <a:srgbClr val="FF0000"/>
                </a:solidFill>
              </a:rPr>
              <a:t>34</a:t>
            </a:r>
            <a:r>
              <a:rPr lang="zh-TW" altLang="en-US" sz="3200" dirty="0">
                <a:solidFill>
                  <a:srgbClr val="FF0000"/>
                </a:solidFill>
              </a:rPr>
              <a:t>人）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C4E8A69-8949-5660-D79D-33ACB3FAE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7738"/>
              </p:ext>
            </p:extLst>
          </p:nvPr>
        </p:nvGraphicFramePr>
        <p:xfrm>
          <a:off x="419509" y="1073627"/>
          <a:ext cx="2215536" cy="44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洪靖倫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陳芊妤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許詠筑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徐蕙誼</a:t>
                      </a:r>
                      <a:endParaRPr lang="zh-TW" altLang="en-US" dirty="0"/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高嘉妤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朱培元</a:t>
                      </a: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李祐君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陳邑瑄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1D88344-C9D1-B696-BFD3-D3D466150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058489"/>
              </p:ext>
            </p:extLst>
          </p:nvPr>
        </p:nvGraphicFramePr>
        <p:xfrm>
          <a:off x="2956232" y="1073627"/>
          <a:ext cx="3054555" cy="5042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185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8185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黃啟耀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徐慧穎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邱仟婷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簡玲萱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賴榆方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楊承育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李姿穎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黃聖評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許佑瑄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extLst>
                  <a:ext uri="{0D108BD9-81ED-4DB2-BD59-A6C34878D82A}">
                    <a16:rowId xmlns:a16="http://schemas.microsoft.com/office/drawing/2014/main" val="379215095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0FA9265-FBF7-5471-CC5E-4436F7DC6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048604"/>
              </p:ext>
            </p:extLst>
          </p:nvPr>
        </p:nvGraphicFramePr>
        <p:xfrm>
          <a:off x="9566788" y="1073627"/>
          <a:ext cx="2215536" cy="5582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768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107768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</a:tblGrid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葉品茵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柯堯珹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謝沛恩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李姿慧</a:t>
                      </a:r>
                      <a:endParaRPr lang="zh-TW" altLang="en-US" dirty="0"/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江泰佳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朱庭萱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黃怡熏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黃柏勳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 rtl="0" fontAlgn="b"/>
                      <a:endParaRPr lang="zh-TW" altLang="en-US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6293992"/>
                  </a:ext>
                </a:extLst>
              </a:tr>
              <a:tr h="55828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574890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E3A8E72-905E-1AE5-1D6D-8F7FD3C52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48764"/>
              </p:ext>
            </p:extLst>
          </p:nvPr>
        </p:nvGraphicFramePr>
        <p:xfrm>
          <a:off x="6191046" y="1073627"/>
          <a:ext cx="3044721" cy="5042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907">
                  <a:extLst>
                    <a:ext uri="{9D8B030D-6E8A-4147-A177-3AD203B41FA5}">
                      <a16:colId xmlns:a16="http://schemas.microsoft.com/office/drawing/2014/main" val="3118633933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4045914475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170038980"/>
                    </a:ext>
                  </a:extLst>
                </a:gridCol>
              </a:tblGrid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陳語翎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262736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沈妘蓮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594207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楊采穎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94110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林劉鎮磊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90516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陳霈伃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0735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余瑋晟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7582652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王俞揚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26385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廖芷萱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629711"/>
                  </a:ext>
                </a:extLst>
              </a:tr>
              <a:tr h="560226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effectLst/>
                          <a:latin typeface="Arial" panose="020B0604020202020204" pitchFamily="34" charset="0"/>
                        </a:rPr>
                        <a:t>王苡綸</a:t>
                      </a:r>
                    </a:p>
                  </a:txBody>
                  <a:tcPr marL="22860" marR="22860" marT="15240" marB="15240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747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716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楷體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169</Words>
  <Application>Microsoft Office PowerPoint</Application>
  <PresentationFormat>寬螢幕</PresentationFormat>
  <Paragraphs>69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李宗祐</dc:creator>
  <cp:lastModifiedBy>宗祐 李</cp:lastModifiedBy>
  <cp:revision>3</cp:revision>
  <dcterms:created xsi:type="dcterms:W3CDTF">2024-04-01T04:31:24Z</dcterms:created>
  <dcterms:modified xsi:type="dcterms:W3CDTF">2024-05-09T14:56:09Z</dcterms:modified>
</cp:coreProperties>
</file>