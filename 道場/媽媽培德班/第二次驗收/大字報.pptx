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6858000" cy="9906000" type="A4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26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8740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244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8456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06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51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078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101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468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677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485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2250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2C182-DD82-4077-8E8D-A59097C776C3}" type="datetimeFigureOut">
              <a:rPr lang="zh-TW" altLang="en-US" smtClean="0"/>
              <a:t>2023/11/28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782AF-AA17-46E4-BB23-5ADEA98B2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11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224E2F4-A0E1-0DEF-55BE-7442A2C5BDC8}"/>
              </a:ext>
            </a:extLst>
          </p:cNvPr>
          <p:cNvSpPr txBox="1"/>
          <p:nvPr/>
        </p:nvSpPr>
        <p:spPr>
          <a:xfrm>
            <a:off x="691189" y="703729"/>
            <a:ext cx="6001643" cy="84985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7200" b="1" dirty="0"/>
              <a:t>尊師要點</a:t>
            </a:r>
            <a:endParaRPr lang="en-US" altLang="zh-TW" sz="7200" b="1" dirty="0"/>
          </a:p>
          <a:p>
            <a:pPr>
              <a:lnSpc>
                <a:spcPct val="150000"/>
              </a:lnSpc>
            </a:pPr>
            <a:r>
              <a:rPr lang="zh-TW" altLang="en-US" sz="6000" dirty="0"/>
              <a:t>一、心誠意懇，不可欺瞞</a:t>
            </a:r>
            <a:endParaRPr lang="en-US" altLang="zh-TW" sz="6000" dirty="0"/>
          </a:p>
          <a:p>
            <a:pPr>
              <a:lnSpc>
                <a:spcPct val="150000"/>
              </a:lnSpc>
            </a:pPr>
            <a:r>
              <a:rPr lang="zh-TW" altLang="en-US" sz="6000" dirty="0"/>
              <a:t>二、言語謹慎，不可猖犯</a:t>
            </a:r>
            <a:endParaRPr lang="en-US" altLang="zh-TW" sz="6000" dirty="0"/>
          </a:p>
          <a:p>
            <a:pPr>
              <a:lnSpc>
                <a:spcPct val="150000"/>
              </a:lnSpc>
            </a:pPr>
            <a:r>
              <a:rPr lang="zh-TW" altLang="en-US" sz="6000" dirty="0"/>
              <a:t>三、禮貌周到，不可輕慢</a:t>
            </a:r>
          </a:p>
        </p:txBody>
      </p:sp>
    </p:spTree>
    <p:extLst>
      <p:ext uri="{BB962C8B-B14F-4D97-AF65-F5344CB8AC3E}">
        <p14:creationId xmlns:p14="http://schemas.microsoft.com/office/powerpoint/2010/main" val="3077782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224E2F4-A0E1-0DEF-55BE-7442A2C5BDC8}"/>
              </a:ext>
            </a:extLst>
          </p:cNvPr>
          <p:cNvSpPr txBox="1"/>
          <p:nvPr/>
        </p:nvSpPr>
        <p:spPr>
          <a:xfrm>
            <a:off x="365566" y="134471"/>
            <a:ext cx="6694140" cy="977152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6600" b="1" dirty="0"/>
              <a:t>重道要點</a:t>
            </a:r>
            <a:endParaRPr lang="en-US" altLang="zh-TW" sz="6600" b="1" dirty="0"/>
          </a:p>
          <a:p>
            <a:pPr>
              <a:lnSpc>
                <a:spcPct val="150000"/>
              </a:lnSpc>
            </a:pPr>
            <a:r>
              <a:rPr lang="zh-TW" altLang="en-US" sz="5400" dirty="0"/>
              <a:t>一、重聖輕凡，不耽誤己身職責</a:t>
            </a:r>
            <a:endParaRPr lang="en-US" altLang="zh-TW" sz="5400" dirty="0"/>
          </a:p>
          <a:p>
            <a:pPr>
              <a:lnSpc>
                <a:spcPct val="150000"/>
              </a:lnSpc>
            </a:pPr>
            <a:r>
              <a:rPr lang="zh-TW" altLang="en-US" sz="5400" dirty="0"/>
              <a:t>二、照愿實行，全力以赴</a:t>
            </a:r>
            <a:endParaRPr lang="en-US" altLang="zh-TW" sz="5400" dirty="0"/>
          </a:p>
          <a:p>
            <a:pPr>
              <a:lnSpc>
                <a:spcPct val="150000"/>
              </a:lnSpc>
            </a:pPr>
            <a:r>
              <a:rPr lang="zh-TW" altLang="en-US" sz="5400" dirty="0"/>
              <a:t>三、遵守佛規，不鬆懈</a:t>
            </a:r>
            <a:endParaRPr lang="en-US" altLang="zh-TW" sz="5400" dirty="0"/>
          </a:p>
          <a:p>
            <a:pPr>
              <a:lnSpc>
                <a:spcPct val="150000"/>
              </a:lnSpc>
            </a:pPr>
            <a:r>
              <a:rPr lang="zh-TW" altLang="en-US" sz="5400" dirty="0"/>
              <a:t>四、緊握金線，認理實修</a:t>
            </a:r>
          </a:p>
        </p:txBody>
      </p:sp>
    </p:spTree>
    <p:extLst>
      <p:ext uri="{BB962C8B-B14F-4D97-AF65-F5344CB8AC3E}">
        <p14:creationId xmlns:p14="http://schemas.microsoft.com/office/powerpoint/2010/main" val="3229770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224E2F4-A0E1-0DEF-55BE-7442A2C5BDC8}"/>
              </a:ext>
            </a:extLst>
          </p:cNvPr>
          <p:cNvSpPr txBox="1"/>
          <p:nvPr/>
        </p:nvSpPr>
        <p:spPr>
          <a:xfrm>
            <a:off x="176871" y="1062319"/>
            <a:ext cx="5170646" cy="340210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5400" dirty="0"/>
              <a:t>感恩</a:t>
            </a:r>
            <a:endParaRPr lang="en-US" altLang="zh-TW" sz="5400" dirty="0"/>
          </a:p>
          <a:p>
            <a:pPr>
              <a:lnSpc>
                <a:spcPct val="150000"/>
              </a:lnSpc>
            </a:pPr>
            <a:r>
              <a:rPr lang="zh-TW" altLang="en-US" sz="5400" dirty="0"/>
              <a:t>體貼</a:t>
            </a:r>
            <a:endParaRPr lang="en-US" altLang="zh-TW" sz="5400" dirty="0"/>
          </a:p>
          <a:p>
            <a:pPr>
              <a:lnSpc>
                <a:spcPct val="150000"/>
              </a:lnSpc>
            </a:pPr>
            <a:r>
              <a:rPr lang="zh-TW" altLang="en-US" sz="5400" dirty="0"/>
              <a:t>分憂代勞</a:t>
            </a:r>
            <a:endParaRPr lang="en-US" altLang="zh-TW" sz="5400" dirty="0"/>
          </a:p>
          <a:p>
            <a:pPr>
              <a:lnSpc>
                <a:spcPct val="150000"/>
              </a:lnSpc>
            </a:pPr>
            <a:r>
              <a:rPr lang="zh-TW" altLang="en-US" sz="5400" dirty="0"/>
              <a:t>為下不亂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839D101-2C10-730C-A702-678479043E01}"/>
              </a:ext>
            </a:extLst>
          </p:cNvPr>
          <p:cNvSpPr txBox="1"/>
          <p:nvPr/>
        </p:nvSpPr>
        <p:spPr>
          <a:xfrm>
            <a:off x="176871" y="5732923"/>
            <a:ext cx="5170646" cy="340210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5400" dirty="0"/>
              <a:t>施惠</a:t>
            </a:r>
            <a:endParaRPr lang="en-US" altLang="zh-TW" sz="5400" dirty="0"/>
          </a:p>
          <a:p>
            <a:pPr>
              <a:lnSpc>
                <a:spcPct val="150000"/>
              </a:lnSpc>
            </a:pPr>
            <a:r>
              <a:rPr lang="zh-TW" altLang="en-US" sz="5400" dirty="0"/>
              <a:t>照顧</a:t>
            </a:r>
            <a:endParaRPr lang="en-US" altLang="zh-TW" sz="5400" dirty="0"/>
          </a:p>
          <a:p>
            <a:pPr>
              <a:lnSpc>
                <a:spcPct val="150000"/>
              </a:lnSpc>
            </a:pPr>
            <a:r>
              <a:rPr lang="zh-TW" altLang="en-US" sz="5400" dirty="0"/>
              <a:t>以身作則</a:t>
            </a:r>
            <a:endParaRPr lang="en-US" altLang="zh-TW" sz="5400" dirty="0"/>
          </a:p>
          <a:p>
            <a:pPr>
              <a:lnSpc>
                <a:spcPct val="150000"/>
              </a:lnSpc>
            </a:pPr>
            <a:r>
              <a:rPr lang="zh-TW" altLang="en-US" sz="5400" dirty="0"/>
              <a:t>居上不驕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A4D4216-553D-295D-3B55-B631ABC4C6D1}"/>
              </a:ext>
            </a:extLst>
          </p:cNvPr>
          <p:cNvSpPr txBox="1"/>
          <p:nvPr/>
        </p:nvSpPr>
        <p:spPr>
          <a:xfrm>
            <a:off x="5092605" y="107576"/>
            <a:ext cx="1415772" cy="22725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8000" b="1" dirty="0"/>
              <a:t>承上</a:t>
            </a:r>
            <a:endParaRPr lang="en-US" altLang="zh-TW" sz="80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963B0C7-4CC8-4001-16EE-4A165D69EA17}"/>
              </a:ext>
            </a:extLst>
          </p:cNvPr>
          <p:cNvSpPr txBox="1"/>
          <p:nvPr/>
        </p:nvSpPr>
        <p:spPr>
          <a:xfrm>
            <a:off x="5092605" y="4827494"/>
            <a:ext cx="1415772" cy="227255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8000" b="1" dirty="0"/>
              <a:t>啟下</a:t>
            </a:r>
            <a:endParaRPr lang="en-US" altLang="zh-TW" sz="8000" b="1" dirty="0"/>
          </a:p>
        </p:txBody>
      </p:sp>
    </p:spTree>
    <p:extLst>
      <p:ext uri="{BB962C8B-B14F-4D97-AF65-F5344CB8AC3E}">
        <p14:creationId xmlns:p14="http://schemas.microsoft.com/office/powerpoint/2010/main" val="1964784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224E2F4-A0E1-0DEF-55BE-7442A2C5BDC8}"/>
              </a:ext>
            </a:extLst>
          </p:cNvPr>
          <p:cNvSpPr txBox="1"/>
          <p:nvPr/>
        </p:nvSpPr>
        <p:spPr>
          <a:xfrm>
            <a:off x="346468" y="1694329"/>
            <a:ext cx="4339650" cy="977152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6000" dirty="0"/>
              <a:t>一、恭敬謹慎的態度</a:t>
            </a:r>
            <a:endParaRPr lang="en-US" altLang="zh-TW" sz="6000" dirty="0"/>
          </a:p>
          <a:p>
            <a:pPr>
              <a:lnSpc>
                <a:spcPct val="150000"/>
              </a:lnSpc>
            </a:pPr>
            <a:r>
              <a:rPr lang="zh-TW" altLang="en-US" sz="6000" dirty="0"/>
              <a:t>二、實踐護持道場的心</a:t>
            </a:r>
            <a:endParaRPr lang="en-US" altLang="zh-TW" sz="6000" dirty="0"/>
          </a:p>
          <a:p>
            <a:pPr>
              <a:lnSpc>
                <a:spcPct val="150000"/>
              </a:lnSpc>
            </a:pPr>
            <a:r>
              <a:rPr lang="zh-TW" altLang="en-US" sz="6000" dirty="0"/>
              <a:t>三、無為付出的真義</a:t>
            </a:r>
            <a:endParaRPr lang="en-US" altLang="zh-TW" sz="6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A8EB09B-582E-6108-F52B-742E4C05D60F}"/>
              </a:ext>
            </a:extLst>
          </p:cNvPr>
          <p:cNvSpPr txBox="1"/>
          <p:nvPr/>
        </p:nvSpPr>
        <p:spPr>
          <a:xfrm>
            <a:off x="4686118" y="134471"/>
            <a:ext cx="2031325" cy="77992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/>
                <a:cs typeface="+mn-cs"/>
              </a:rPr>
              <a:t>尊師重道和承上啟下對</a:t>
            </a:r>
            <a:endParaRPr kumimoji="0" lang="en-US" altLang="zh-TW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標楷體"/>
              <a:cs typeface="+mn-cs"/>
            </a:endParaRPr>
          </a:p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6000" dirty="0">
                <a:solidFill>
                  <a:prstClr val="black"/>
                </a:solidFill>
                <a:latin typeface="Arial"/>
                <a:ea typeface="標楷體"/>
              </a:rPr>
              <a:t>　　</a:t>
            </a:r>
            <a:r>
              <a:rPr kumimoji="0" lang="zh-TW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/>
                <a:cs typeface="+mn-cs"/>
              </a:rPr>
              <a:t>修辦道的重要性</a:t>
            </a:r>
            <a:endParaRPr kumimoji="0" lang="en-US" altLang="zh-TW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934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標楷Arial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</TotalTime>
  <Words>115</Words>
  <Application>Microsoft Office PowerPoint</Application>
  <PresentationFormat>A4 紙張 (210x297 公釐)</PresentationFormat>
  <Paragraphs>24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6" baseType="lpstr"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李宗祐 LEE, TSUNG-YU</dc:creator>
  <cp:lastModifiedBy>李宗祐 LEE, TSUNG-YU</cp:lastModifiedBy>
  <cp:revision>5</cp:revision>
  <cp:lastPrinted>2023-11-28T13:17:31Z</cp:lastPrinted>
  <dcterms:created xsi:type="dcterms:W3CDTF">2023-11-28T11:59:46Z</dcterms:created>
  <dcterms:modified xsi:type="dcterms:W3CDTF">2023-11-28T13:18:14Z</dcterms:modified>
</cp:coreProperties>
</file>