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6858000" cy="9906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6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092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47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28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68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16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49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18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79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18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16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6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A9A2-A553-44F7-8A63-23A85CFC3E7D}" type="datetimeFigureOut">
              <a:rPr lang="zh-TW" altLang="en-US" smtClean="0"/>
              <a:t>2023/12/2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A7B83-A487-40AA-B7A7-B824089E60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363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4D41290-C253-644D-E20C-D0423DB519C8}"/>
              </a:ext>
            </a:extLst>
          </p:cNvPr>
          <p:cNvSpPr txBox="1"/>
          <p:nvPr/>
        </p:nvSpPr>
        <p:spPr>
          <a:xfrm>
            <a:off x="168088" y="134470"/>
            <a:ext cx="6521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（一）前言</a:t>
            </a:r>
            <a:endParaRPr lang="en-US" altLang="zh-TW" dirty="0"/>
          </a:p>
          <a:p>
            <a:r>
              <a:rPr lang="zh-TW" altLang="en-US" dirty="0"/>
              <a:t>代天宣化，承擔天命，受苦受難，因緣俱足，有句話一日之師，</a:t>
            </a:r>
            <a:endParaRPr lang="en-US" altLang="zh-TW" dirty="0"/>
          </a:p>
          <a:p>
            <a:r>
              <a:rPr lang="zh-TW" altLang="en-US" dirty="0"/>
              <a:t>道在生活，尊師重道，修道人，指引，道務推動，人才培育，承襲，熱誠，謙恭，道脈，生薪，基礎，佛，尊，承，根，</a:t>
            </a:r>
            <a:endParaRPr lang="en-US" altLang="zh-TW" dirty="0"/>
          </a:p>
          <a:p>
            <a:r>
              <a:rPr lang="zh-TW" altLang="en-US" dirty="0"/>
              <a:t>每一次過程，以佛基礎，想好，徹底，尊承，行功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442BD4-069A-0E63-51D8-2BA3882F973B}"/>
              </a:ext>
            </a:extLst>
          </p:cNvPr>
          <p:cNvSpPr txBox="1"/>
          <p:nvPr/>
        </p:nvSpPr>
        <p:spPr>
          <a:xfrm>
            <a:off x="94132" y="1611798"/>
            <a:ext cx="65218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（二）首先尊師　荀子大略</a:t>
            </a:r>
            <a:endParaRPr lang="en-US" altLang="zh-TW" dirty="0"/>
          </a:p>
          <a:p>
            <a:r>
              <a:rPr lang="zh-TW" altLang="en-US" dirty="0"/>
              <a:t>我們今天尊，天貴，明師，道目的，拯救達，師在承續脈，傳真，引聖，化人，所以尊師，重道使尊不落人情，因，一體，相成，</a:t>
            </a:r>
            <a:endParaRPr lang="en-US" altLang="zh-TW" dirty="0"/>
          </a:p>
          <a:p>
            <a:r>
              <a:rPr lang="zh-TW" altLang="en-US" dirty="0"/>
              <a:t>道中，點代，天命，尊天，道凡清，尊道，身為修，並落座，修道基，</a:t>
            </a:r>
            <a:endParaRPr lang="en-US" altLang="zh-TW" dirty="0"/>
          </a:p>
          <a:p>
            <a:r>
              <a:rPr lang="zh-TW" altLang="en-US" dirty="0"/>
              <a:t>只尊師不重道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空，尊謹回天基，因落在尊當慢放，光明</a:t>
            </a:r>
            <a:endParaRPr lang="en-US" altLang="zh-TW" dirty="0">
              <a:sym typeface="Wingdings" panose="05000000000000000000" pitchFamily="2" charset="2"/>
            </a:endParaRPr>
          </a:p>
          <a:p>
            <a:r>
              <a:rPr lang="zh-TW" altLang="en-US" dirty="0">
                <a:sym typeface="Wingdings" panose="05000000000000000000" pitchFamily="2" charset="2"/>
              </a:rPr>
              <a:t>承上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上尊敬，啟下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一般，提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薪綿，老師慈訓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ADAC51F-5E35-827A-539D-6B29C661F59F}"/>
              </a:ext>
            </a:extLst>
          </p:cNvPr>
          <p:cNvSpPr txBox="1"/>
          <p:nvPr/>
        </p:nvSpPr>
        <p:spPr>
          <a:xfrm>
            <a:off x="94132" y="3866334"/>
            <a:ext cx="67638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（三）重要性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參辦聖事，敬畏，警惕，不人力量，而上借，例老前人，安定安穩，為上天，尊，承，恭，敬　態度，重要，提醒，慧命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佛道壇前賢辛奉獻，清淨莊園，洗滌，常聖，仙慈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官考，河北國大，那一支，但後，各支線，慈悲喜捨，無為無私，最好模範，學</a:t>
            </a:r>
            <a:endParaRPr lang="en-US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FF9C10C-F26D-EC7C-C284-07FB383240FE}"/>
              </a:ext>
            </a:extLst>
          </p:cNvPr>
          <p:cNvSpPr txBox="1"/>
          <p:nvPr/>
        </p:nvSpPr>
        <p:spPr>
          <a:xfrm>
            <a:off x="94132" y="5580319"/>
            <a:ext cx="6669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（四）尊師</a:t>
            </a:r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 任何：眾生，道務狀況，主動，有問，各區，隨時，前賢交辦，例法會壇務，輔班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 中庸：大，位，重上下有序觀念，沒有交付，越權，例辦道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 佛禮節，接受，其實人人平等，香港法會，這三點是應道德涵養，圓融，日常每人懂得，幫助生活修行中的老師。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6E22CA-AC61-FB0D-43A4-BCB5653D325B}"/>
              </a:ext>
            </a:extLst>
          </p:cNvPr>
          <p:cNvSpPr txBox="1"/>
          <p:nvPr/>
        </p:nvSpPr>
        <p:spPr>
          <a:xfrm>
            <a:off x="131110" y="7280336"/>
            <a:ext cx="66899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（五）重道</a:t>
            </a:r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 末後，和者行之始，行，積，心境，體悟，穩健，例徐講師、李講師，學辦過程，道信心，清明，聖凡，擔負，時間分配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 求道，法會，辦事，講員，代天使命，謝前，只要跟眾生，聽師調遣，尤其體系完整，紀錄，承擔，了愿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 處事基礎，違反，小心謹慎，絲隨便，佛堂參駕，如不遵守，恭，行為表現，例，遵基礎之下，任何恭敬，不便宜，一定，恭嚴，誠信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 金線，維繫，自己慧命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38964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9FB65BC-659D-CDE7-35BF-966948D818F8}"/>
              </a:ext>
            </a:extLst>
          </p:cNvPr>
          <p:cNvSpPr txBox="1"/>
          <p:nvPr/>
        </p:nvSpPr>
        <p:spPr>
          <a:xfrm>
            <a:off x="147917" y="127740"/>
            <a:ext cx="64635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（六）承上</a:t>
            </a:r>
            <a:endParaRPr lang="en-US" altLang="zh-TW" dirty="0"/>
          </a:p>
          <a:p>
            <a:r>
              <a:rPr lang="zh-TW" altLang="en-US" dirty="0"/>
              <a:t>感恩，有幸，上天，一生，芸芸，一片道，機安參習，鼓勵，上天辦事人員，剛，但時，生，參與，感受，仙佛，三分，七分，體貼，成全苦心，例張點傳師，帶領，戰，國，奔波，天佑，日操，掛念，清淨，環境，年事，心道身上，所以看到，承上領下，大，多，請示分勞，例前人，為後學，現在道場，分工，法會分工細，人人有事做，才能，發心，參辦，成就，歷練，感受，為下不亂，沒有受點傳師交付，不可自作主張，自己決定，任何，請示</a:t>
            </a:r>
            <a:endParaRPr lang="en-US" altLang="zh-TW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8A665D4-C311-2B31-1C8F-99AF6D99F0DE}"/>
              </a:ext>
            </a:extLst>
          </p:cNvPr>
          <p:cNvSpPr txBox="1"/>
          <p:nvPr/>
        </p:nvSpPr>
        <p:spPr>
          <a:xfrm>
            <a:off x="147917" y="2713063"/>
            <a:ext cx="65621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（七）啟下</a:t>
            </a:r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 施惠有大小，日常，關心，允許，用行動，像前人例子，學習精神，分享，關心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 照顧，在世，大道普傳，兄妹，知道每人因業，受考不盡相同，有需要，盡力，例素食，壇主，溫暖，善因緣，尊貴，感恩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 引領，以身作則，誠於中形於外，身代言，活佛慈悲，控口，別人尊重，控脾，無改造命運，控心，逃脫身死，今能學習，前賢無私教導，帶領，這樣精神傳承</a:t>
            </a:r>
            <a:endParaRPr lang="en-US" altLang="zh-TW" dirty="0"/>
          </a:p>
          <a:p>
            <a:r>
              <a:rPr lang="zh-TW" altLang="en-US" dirty="0"/>
              <a:t>孝經說：居，為，在醜，身前對道，不是命令，和緩說明，恭敬引導，感受，對待，和氣道親，莊嚴道場，有禮有敬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9E699AC-CB21-6696-C7F3-A9B7DE4C73A2}"/>
              </a:ext>
            </a:extLst>
          </p:cNvPr>
          <p:cNvSpPr txBox="1"/>
          <p:nvPr/>
        </p:nvSpPr>
        <p:spPr>
          <a:xfrm>
            <a:off x="147916" y="5852384"/>
            <a:ext cx="65621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（八）結語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木無根</a:t>
            </a:r>
            <a:r>
              <a:rPr lang="en-US" altLang="zh-TW" dirty="0"/>
              <a:t>…</a:t>
            </a:r>
            <a:r>
              <a:rPr lang="zh-TW" altLang="en-US" dirty="0"/>
              <a:t>，興衰，貴師尊前，天道道務，宏大，貫徹道之宗旨，晚世界，一定要靠，尊，承，德，揮，踐，修，培，基。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老師慈悲：佛，尊，承，修道歸根，基本素養，真正落實，真功實善</a:t>
            </a:r>
            <a:r>
              <a:rPr lang="en-US" altLang="zh-TW" dirty="0"/>
              <a:t>—</a:t>
            </a:r>
            <a:r>
              <a:rPr lang="zh-TW" altLang="en-US" dirty="0"/>
              <a:t>成長，浪費，所以尊師好，承略，佛身，態卑，行極，渡衍，相信我大基，一能本，把尊承，展，也能讓自己修道路，堅持最，無愧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所以無論如何，我都得普，一生，沒有分，對，不，這才是一個真正想要幫助自己改變自命的人，我們大家尊師從自己做起，慢慢小並且慈悲一切有緣，更多一同得沾，走在這一。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214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標楷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385</TotalTime>
  <Words>1020</Words>
  <Application>Microsoft Office PowerPoint</Application>
  <PresentationFormat>A4 紙張 (210x297 公釐)</PresentationFormat>
  <Paragraphs>33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4" baseType="lpstr"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李宗祐 LEE, TSUNG-YU</dc:creator>
  <cp:lastModifiedBy>李宗祐 LEE, TSUNG-YU</cp:lastModifiedBy>
  <cp:revision>2</cp:revision>
  <cp:lastPrinted>2023-12-02T10:34:46Z</cp:lastPrinted>
  <dcterms:created xsi:type="dcterms:W3CDTF">2023-12-02T06:44:56Z</dcterms:created>
  <dcterms:modified xsi:type="dcterms:W3CDTF">2023-12-02T13:09:58Z</dcterms:modified>
</cp:coreProperties>
</file>