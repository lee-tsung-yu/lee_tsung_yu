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sldIdLst>
    <p:sldId id="256" r:id="rId2"/>
    <p:sldId id="310" r:id="rId3"/>
    <p:sldId id="31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6253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83341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1112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70657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55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541757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13767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79357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78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全景圖片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16390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13144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61105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0836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1136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98125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6397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2667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ontents sli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23529" y="339509"/>
            <a:ext cx="11573197" cy="72424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4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E6F65D3-6563-4713-9BE8-7CF9A9390645}"/>
              </a:ext>
            </a:extLst>
          </p:cNvPr>
          <p:cNvCxnSpPr>
            <a:cxnSpLocks/>
          </p:cNvCxnSpPr>
          <p:nvPr/>
        </p:nvCxnSpPr>
        <p:spPr>
          <a:xfrm>
            <a:off x="0" y="6423750"/>
            <a:ext cx="12192000" cy="0"/>
          </a:xfrm>
          <a:prstGeom prst="line">
            <a:avLst/>
          </a:prstGeom>
          <a:ln w="25400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4CCF9E78-6BBC-4373-8848-FD3950FEF73B}"/>
              </a:ext>
            </a:extLst>
          </p:cNvPr>
          <p:cNvSpPr/>
          <p:nvPr userDrawn="1"/>
        </p:nvSpPr>
        <p:spPr>
          <a:xfrm>
            <a:off x="0" y="6485021"/>
            <a:ext cx="12192000" cy="3729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212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EE7444F-E18F-4B86-A4AF-016865A99C70}" type="datetimeFigureOut">
              <a:rPr lang="zh-TW" altLang="en-US" smtClean="0"/>
              <a:t>2023/10/7</a:t>
            </a:fld>
            <a:endParaRPr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8C3C6043-6485-44CD-A80E-0749C0F13D7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45936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55BCD2-6E0B-18A5-3E18-D6B58017AE5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有什麼不一樣 副課程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CCD8B1E3-747B-8ADE-F2F1-B0D46C2F9F0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TW" dirty="0"/>
              <a:t>2023.10.07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8744831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8C7DC3-236A-4AF6-938D-48B55EA9E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626759"/>
            <a:ext cx="11573197" cy="724247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活動一　問題討論與分享</a:t>
            </a:r>
            <a:endParaRPr lang="en-US" dirty="0"/>
          </a:p>
        </p:txBody>
      </p:sp>
      <p:sp>
        <p:nvSpPr>
          <p:cNvPr id="38" name="Rounded Rectangle 1">
            <a:extLst>
              <a:ext uri="{FF2B5EF4-FFF2-40B4-BE49-F238E27FC236}">
                <a16:creationId xmlns:a16="http://schemas.microsoft.com/office/drawing/2014/main" id="{08A530F9-A520-4C66-BD07-D29E3F626FA6}"/>
              </a:ext>
            </a:extLst>
          </p:cNvPr>
          <p:cNvSpPr/>
          <p:nvPr/>
        </p:nvSpPr>
        <p:spPr>
          <a:xfrm>
            <a:off x="4561858" y="2438760"/>
            <a:ext cx="3044834" cy="2737486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6350">
            <a:solidFill>
              <a:schemeClr val="bg1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CDAE134C-D874-4CC0-BD5D-E6FB89CC8272}"/>
              </a:ext>
            </a:extLst>
          </p:cNvPr>
          <p:cNvGrpSpPr/>
          <p:nvPr/>
        </p:nvGrpSpPr>
        <p:grpSpPr>
          <a:xfrm>
            <a:off x="3924703" y="1873086"/>
            <a:ext cx="1418151" cy="1419242"/>
            <a:chOff x="1574371" y="2420888"/>
            <a:chExt cx="1557469" cy="1549192"/>
          </a:xfrm>
          <a:solidFill>
            <a:schemeClr val="accent3">
              <a:lumMod val="9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4" name="Block Arc 43">
              <a:extLst>
                <a:ext uri="{FF2B5EF4-FFF2-40B4-BE49-F238E27FC236}">
                  <a16:creationId xmlns:a16="http://schemas.microsoft.com/office/drawing/2014/main" id="{EBDE3011-AB31-433A-9D56-1DA5A139E1FB}"/>
                </a:ext>
              </a:extLst>
            </p:cNvPr>
            <p:cNvSpPr/>
            <p:nvPr/>
          </p:nvSpPr>
          <p:spPr>
            <a:xfrm>
              <a:off x="1574371" y="2420888"/>
              <a:ext cx="1386745" cy="1386745"/>
            </a:xfrm>
            <a:prstGeom prst="blockArc">
              <a:avLst>
                <a:gd name="adj1" fmla="val 10800000"/>
                <a:gd name="adj2" fmla="val 16338761"/>
                <a:gd name="adj3" fmla="val 3122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>
                  <a:solidFill>
                    <a:schemeClr val="bg1"/>
                  </a:solidFill>
                </a:rPr>
                <a:t>1</a:t>
              </a:r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45" name="Rectangle 44">
              <a:extLst>
                <a:ext uri="{FF2B5EF4-FFF2-40B4-BE49-F238E27FC236}">
                  <a16:creationId xmlns:a16="http://schemas.microsoft.com/office/drawing/2014/main" id="{4A71404A-0629-4D63-943B-D10812247FB0}"/>
                </a:ext>
              </a:extLst>
            </p:cNvPr>
            <p:cNvSpPr/>
            <p:nvPr/>
          </p:nvSpPr>
          <p:spPr>
            <a:xfrm>
              <a:off x="2267744" y="2420888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F4FA7193-0465-44E3-B857-000537076A40}"/>
                </a:ext>
              </a:extLst>
            </p:cNvPr>
            <p:cNvSpPr/>
            <p:nvPr/>
          </p:nvSpPr>
          <p:spPr>
            <a:xfrm rot="5400000">
              <a:off x="1358324" y="3322032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5DF2DAF4-0738-4F99-A5D4-9AA6BFEB908B}"/>
              </a:ext>
            </a:extLst>
          </p:cNvPr>
          <p:cNvGrpSpPr/>
          <p:nvPr/>
        </p:nvGrpSpPr>
        <p:grpSpPr>
          <a:xfrm flipH="1">
            <a:off x="6816080" y="1873086"/>
            <a:ext cx="1418150" cy="1419242"/>
            <a:chOff x="1480223" y="2420888"/>
            <a:chExt cx="1557468" cy="1549192"/>
          </a:xfrm>
          <a:solidFill>
            <a:schemeClr val="accent4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48" name="Block Arc 47">
              <a:extLst>
                <a:ext uri="{FF2B5EF4-FFF2-40B4-BE49-F238E27FC236}">
                  <a16:creationId xmlns:a16="http://schemas.microsoft.com/office/drawing/2014/main" id="{A1CAAEC8-4E94-45ED-9518-69AF9D3156F6}"/>
                </a:ext>
              </a:extLst>
            </p:cNvPr>
            <p:cNvSpPr/>
            <p:nvPr/>
          </p:nvSpPr>
          <p:spPr>
            <a:xfrm>
              <a:off x="1480223" y="2420888"/>
              <a:ext cx="1386746" cy="1386745"/>
            </a:xfrm>
            <a:prstGeom prst="blockArc">
              <a:avLst>
                <a:gd name="adj1" fmla="val 10800000"/>
                <a:gd name="adj2" fmla="val 16338761"/>
                <a:gd name="adj3" fmla="val 3122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2700" dirty="0">
                  <a:solidFill>
                    <a:schemeClr val="bg1"/>
                  </a:solidFill>
                </a:rPr>
                <a:t>2</a:t>
              </a:r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49" name="Rectangle 48">
              <a:extLst>
                <a:ext uri="{FF2B5EF4-FFF2-40B4-BE49-F238E27FC236}">
                  <a16:creationId xmlns:a16="http://schemas.microsoft.com/office/drawing/2014/main" id="{C2F4250C-0687-47A8-B551-EB681ED0C16D}"/>
                </a:ext>
              </a:extLst>
            </p:cNvPr>
            <p:cNvSpPr/>
            <p:nvPr/>
          </p:nvSpPr>
          <p:spPr>
            <a:xfrm>
              <a:off x="2173595" y="2420888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71FEEDF8-C5AF-434C-AF00-FE44E89A4D76}"/>
                </a:ext>
              </a:extLst>
            </p:cNvPr>
            <p:cNvSpPr/>
            <p:nvPr/>
          </p:nvSpPr>
          <p:spPr>
            <a:xfrm rot="5400000">
              <a:off x="1264182" y="3322032"/>
              <a:ext cx="864097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EED56DB-E6A3-42D0-A05C-1749C52F5236}"/>
              </a:ext>
            </a:extLst>
          </p:cNvPr>
          <p:cNvGrpSpPr/>
          <p:nvPr/>
        </p:nvGrpSpPr>
        <p:grpSpPr>
          <a:xfrm rot="16200000">
            <a:off x="3925249" y="4280438"/>
            <a:ext cx="1418151" cy="1419242"/>
            <a:chOff x="1574371" y="2420888"/>
            <a:chExt cx="1557469" cy="1549192"/>
          </a:xfrm>
          <a:solidFill>
            <a:schemeClr val="accent2"/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2" name="Block Arc 51">
              <a:extLst>
                <a:ext uri="{FF2B5EF4-FFF2-40B4-BE49-F238E27FC236}">
                  <a16:creationId xmlns:a16="http://schemas.microsoft.com/office/drawing/2014/main" id="{CEBF897C-6B2E-449A-B679-45AD3D5576D2}"/>
                </a:ext>
              </a:extLst>
            </p:cNvPr>
            <p:cNvSpPr/>
            <p:nvPr/>
          </p:nvSpPr>
          <p:spPr>
            <a:xfrm>
              <a:off x="1574371" y="2420889"/>
              <a:ext cx="1386745" cy="1386745"/>
            </a:xfrm>
            <a:prstGeom prst="blockArc">
              <a:avLst>
                <a:gd name="adj1" fmla="val 10800000"/>
                <a:gd name="adj2" fmla="val 16338761"/>
                <a:gd name="adj3" fmla="val 3122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sz="2700" dirty="0">
                  <a:solidFill>
                    <a:schemeClr val="bg1"/>
                  </a:solidFill>
                </a:rPr>
                <a:t>3</a:t>
              </a:r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A23F5B42-378E-42EF-ACCE-2EDAC3E16806}"/>
                </a:ext>
              </a:extLst>
            </p:cNvPr>
            <p:cNvSpPr/>
            <p:nvPr/>
          </p:nvSpPr>
          <p:spPr>
            <a:xfrm>
              <a:off x="2267744" y="2420888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7BFD6FB4-F070-4BD1-9EC2-E6C2AAE6D5D9}"/>
                </a:ext>
              </a:extLst>
            </p:cNvPr>
            <p:cNvSpPr/>
            <p:nvPr/>
          </p:nvSpPr>
          <p:spPr>
            <a:xfrm rot="5400000">
              <a:off x="1358324" y="3322032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grpSp>
        <p:nvGrpSpPr>
          <p:cNvPr id="55" name="Group 54">
            <a:extLst>
              <a:ext uri="{FF2B5EF4-FFF2-40B4-BE49-F238E27FC236}">
                <a16:creationId xmlns:a16="http://schemas.microsoft.com/office/drawing/2014/main" id="{9F5A5608-02DF-4D60-99E6-FCCA26C4F6A9}"/>
              </a:ext>
            </a:extLst>
          </p:cNvPr>
          <p:cNvGrpSpPr/>
          <p:nvPr/>
        </p:nvGrpSpPr>
        <p:grpSpPr>
          <a:xfrm rot="5400000" flipH="1">
            <a:off x="6818441" y="4285206"/>
            <a:ext cx="1418152" cy="1409719"/>
            <a:chOff x="1574370" y="2327313"/>
            <a:chExt cx="1557470" cy="1538797"/>
          </a:xfrm>
          <a:solidFill>
            <a:schemeClr val="accent1">
              <a:lumMod val="90000"/>
            </a:schemeClr>
          </a:solidFill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grpSpPr>
        <p:sp>
          <p:nvSpPr>
            <p:cNvPr id="56" name="Block Arc 55">
              <a:extLst>
                <a:ext uri="{FF2B5EF4-FFF2-40B4-BE49-F238E27FC236}">
                  <a16:creationId xmlns:a16="http://schemas.microsoft.com/office/drawing/2014/main" id="{D10394AA-D606-4BC5-9F6A-4AD8013FB032}"/>
                </a:ext>
              </a:extLst>
            </p:cNvPr>
            <p:cNvSpPr/>
            <p:nvPr/>
          </p:nvSpPr>
          <p:spPr>
            <a:xfrm>
              <a:off x="1574372" y="2327313"/>
              <a:ext cx="1386745" cy="1386744"/>
            </a:xfrm>
            <a:prstGeom prst="blockArc">
              <a:avLst>
                <a:gd name="adj1" fmla="val 10800000"/>
                <a:gd name="adj2" fmla="val 16338761"/>
                <a:gd name="adj3" fmla="val 31227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vert270" rtlCol="0" anchor="ctr"/>
            <a:lstStyle/>
            <a:p>
              <a:pPr algn="ctr"/>
              <a:r>
                <a:rPr lang="en-US" altLang="ko-KR" sz="2700" dirty="0">
                  <a:solidFill>
                    <a:schemeClr val="bg1"/>
                  </a:solidFill>
                </a:rPr>
                <a:t>4</a:t>
              </a:r>
              <a:endParaRPr lang="ko-KR" altLang="en-US" sz="2700" dirty="0">
                <a:solidFill>
                  <a:schemeClr val="bg1"/>
                </a:solidFill>
              </a:endParaRP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04E6E34C-A464-48DA-928B-E507B5B4F1CA}"/>
                </a:ext>
              </a:extLst>
            </p:cNvPr>
            <p:cNvSpPr/>
            <p:nvPr/>
          </p:nvSpPr>
          <p:spPr>
            <a:xfrm>
              <a:off x="2267744" y="2327314"/>
              <a:ext cx="864096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4A970E31-7799-4DF8-B90B-1A4331E8B1F7}"/>
                </a:ext>
              </a:extLst>
            </p:cNvPr>
            <p:cNvSpPr/>
            <p:nvPr/>
          </p:nvSpPr>
          <p:spPr>
            <a:xfrm rot="5400000">
              <a:off x="1358321" y="3218061"/>
              <a:ext cx="864098" cy="432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pic>
        <p:nvPicPr>
          <p:cNvPr id="59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2002F209-AB12-48BA-BB07-E8AF88E7F4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042112" y="1994210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0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0B4ED019-9A16-4AF3-B124-CE38D4E853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910" y="3207949"/>
            <a:ext cx="618946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0E9FD258-6557-4270-9FC7-35F241C531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3803954" y="4193694"/>
            <a:ext cx="618946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2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65709892-47AF-469C-958C-3D50105629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03655" y="5415165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3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7A4703EF-FEAD-4A80-A7C6-9583E51175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6200000">
            <a:off x="5042112" y="5438871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4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8F3D67CE-D1E3-412D-82CB-BB5F56AAC5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5400000">
            <a:off x="6503655" y="1958258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5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32F03BCE-2039-4A4D-83F8-2F0837D0B94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23022" y="3222377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6" name="Picture 2" descr="E:\002-KIMS BUSINESS\007-04-1-FIVERR\01-PPT-TEMPLATE\COVER-PSD\05-cut-01.png">
            <a:extLst>
              <a:ext uri="{FF2B5EF4-FFF2-40B4-BE49-F238E27FC236}">
                <a16:creationId xmlns:a16="http://schemas.microsoft.com/office/drawing/2014/main" id="{3C5774E4-63C8-4445-AC46-DC3EBF2284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7715065" y="4208122"/>
            <a:ext cx="618945" cy="17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3DA8BBBB-2773-4D5C-A357-55E497B7D288}"/>
              </a:ext>
            </a:extLst>
          </p:cNvPr>
          <p:cNvGrpSpPr/>
          <p:nvPr/>
        </p:nvGrpSpPr>
        <p:grpSpPr>
          <a:xfrm>
            <a:off x="4762005" y="3373987"/>
            <a:ext cx="2718055" cy="1241661"/>
            <a:chOff x="3681233" y="2551862"/>
            <a:chExt cx="1781534" cy="1241661"/>
          </a:xfrm>
        </p:grpSpPr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040CC8DF-FE80-42DA-AD35-E0A77DB1464A}"/>
                </a:ext>
              </a:extLst>
            </p:cNvPr>
            <p:cNvSpPr txBox="1"/>
            <p:nvPr/>
          </p:nvSpPr>
          <p:spPr>
            <a:xfrm>
              <a:off x="3681233" y="2593194"/>
              <a:ext cx="1781534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3600" b="1" dirty="0">
                  <a:solidFill>
                    <a:schemeClr val="accent1">
                      <a:lumMod val="75000"/>
                    </a:schemeClr>
                  </a:solidFill>
                  <a:cs typeface="Arial" pitchFamily="34" charset="0"/>
                </a:rPr>
                <a:t>修道</a:t>
              </a:r>
              <a:r>
                <a:rPr lang="en-US" altLang="zh-TW" sz="3600" b="1" dirty="0">
                  <a:solidFill>
                    <a:schemeClr val="accent1">
                      <a:lumMod val="75000"/>
                    </a:schemeClr>
                  </a:solidFill>
                  <a:cs typeface="Arial" pitchFamily="34" charset="0"/>
                </a:rPr>
                <a:t>vs.</a:t>
              </a:r>
              <a:r>
                <a:rPr lang="zh-TW" altLang="en-US" sz="3600" b="1" dirty="0">
                  <a:solidFill>
                    <a:schemeClr val="accent1">
                      <a:lumMod val="75000"/>
                    </a:schemeClr>
                  </a:solidFill>
                  <a:cs typeface="Arial" pitchFamily="34" charset="0"/>
                </a:rPr>
                <a:t>信教</a:t>
              </a:r>
              <a:endParaRPr lang="ko-KR" altLang="en-US" sz="3600" b="1" dirty="0">
                <a:solidFill>
                  <a:schemeClr val="accent1">
                    <a:lumMod val="75000"/>
                  </a:schemeClr>
                </a:solidFill>
                <a:cs typeface="Arial" pitchFamily="34" charset="0"/>
              </a:endParaRPr>
            </a:p>
          </p:txBody>
        </p:sp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3F43F9CA-8491-48F4-88D8-D60E22B62DDA}"/>
                </a:ext>
              </a:extLst>
            </p:cNvPr>
            <p:cNvSpPr/>
            <p:nvPr/>
          </p:nvSpPr>
          <p:spPr>
            <a:xfrm>
              <a:off x="3762000" y="2551862"/>
              <a:ext cx="1620000" cy="7200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18B9EF41-7253-4A8A-A10D-46D87DA0CA7B}"/>
                </a:ext>
              </a:extLst>
            </p:cNvPr>
            <p:cNvSpPr/>
            <p:nvPr/>
          </p:nvSpPr>
          <p:spPr>
            <a:xfrm>
              <a:off x="3762000" y="3208848"/>
              <a:ext cx="1620000" cy="72008"/>
            </a:xfrm>
            <a:prstGeom prst="rect">
              <a:avLst/>
            </a:prstGeom>
            <a:solidFill>
              <a:schemeClr val="accent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700" dirty="0"/>
            </a:p>
          </p:txBody>
        </p:sp>
      </p:grpSp>
      <p:sp>
        <p:nvSpPr>
          <p:cNvPr id="75" name="TextBox 74">
            <a:extLst>
              <a:ext uri="{FF2B5EF4-FFF2-40B4-BE49-F238E27FC236}">
                <a16:creationId xmlns:a16="http://schemas.microsoft.com/office/drawing/2014/main" id="{F156DC2E-7F0C-4FC6-9E0F-3BF4AC7D89AD}"/>
              </a:ext>
            </a:extLst>
          </p:cNvPr>
          <p:cNvSpPr txBox="1"/>
          <p:nvPr/>
        </p:nvSpPr>
        <p:spPr>
          <a:xfrm>
            <a:off x="877428" y="4321508"/>
            <a:ext cx="275292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如何學習不把佛堂的活動放在最後一位？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F5AE21D-6466-4EA8-B780-3F3854342CBE}"/>
              </a:ext>
            </a:extLst>
          </p:cNvPr>
          <p:cNvSpPr txBox="1"/>
          <p:nvPr/>
        </p:nvSpPr>
        <p:spPr>
          <a:xfrm>
            <a:off x="836984" y="1857754"/>
            <a:ext cx="283381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你認為，向外求</a:t>
            </a:r>
            <a:r>
              <a:rPr lang="en-US" altLang="zh-TW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vs.</a:t>
            </a:r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向內求的差異是什麼？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077382FB-ACE6-46FC-89D5-E24D8F9246AD}"/>
              </a:ext>
            </a:extLst>
          </p:cNvPr>
          <p:cNvSpPr txBox="1"/>
          <p:nvPr/>
        </p:nvSpPr>
        <p:spPr>
          <a:xfrm>
            <a:off x="8537249" y="4296982"/>
            <a:ext cx="305137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修道其實是一件幸福的事情嗎？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6F455900-58B8-4DE5-84DC-9EEC39B43144}"/>
              </a:ext>
            </a:extLst>
          </p:cNvPr>
          <p:cNvSpPr txBox="1"/>
          <p:nvPr/>
        </p:nvSpPr>
        <p:spPr>
          <a:xfrm>
            <a:off x="8537249" y="1913919"/>
            <a:ext cx="273395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800" dirty="0">
                <a:solidFill>
                  <a:schemeClr val="tx1">
                    <a:lumMod val="75000"/>
                    <a:lumOff val="25000"/>
                  </a:schemeClr>
                </a:solidFill>
                <a:cs typeface="Arial" pitchFamily="34" charset="0"/>
              </a:rPr>
              <a:t>你認為修道在人生中的重要性？</a:t>
            </a:r>
            <a:endParaRPr lang="en-US" altLang="ko-KR" sz="2800" dirty="0">
              <a:solidFill>
                <a:schemeClr val="tx1">
                  <a:lumMod val="75000"/>
                  <a:lumOff val="25000"/>
                </a:schemeClr>
              </a:solidFill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6191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F8C7DC3-236A-4AF6-938D-48B55EA9E3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09401" y="626759"/>
            <a:ext cx="11573197" cy="724247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/>
              <a:t>活動二　解鎖遊戲</a:t>
            </a:r>
            <a:endParaRPr lang="en-US" dirty="0"/>
          </a:p>
        </p:txBody>
      </p:sp>
      <p:sp>
        <p:nvSpPr>
          <p:cNvPr id="3" name="Block Arc 25">
            <a:extLst>
              <a:ext uri="{FF2B5EF4-FFF2-40B4-BE49-F238E27FC236}">
                <a16:creationId xmlns:a16="http://schemas.microsoft.com/office/drawing/2014/main" id="{BC5E2BEE-B9EC-8C26-1438-70E6A7FD5265}"/>
              </a:ext>
            </a:extLst>
          </p:cNvPr>
          <p:cNvSpPr/>
          <p:nvPr/>
        </p:nvSpPr>
        <p:spPr>
          <a:xfrm>
            <a:off x="4955972" y="2566137"/>
            <a:ext cx="2280056" cy="2547038"/>
          </a:xfrm>
          <a:custGeom>
            <a:avLst/>
            <a:gdLst/>
            <a:ahLst/>
            <a:cxnLst/>
            <a:rect l="l" t="t" r="r" b="b"/>
            <a:pathLst>
              <a:path w="2215656" h="3200962">
                <a:moveTo>
                  <a:pt x="1107829" y="2097026"/>
                </a:moveTo>
                <a:cubicBezTo>
                  <a:pt x="1025315" y="2097026"/>
                  <a:pt x="958423" y="2163918"/>
                  <a:pt x="958423" y="2246432"/>
                </a:cubicBezTo>
                <a:cubicBezTo>
                  <a:pt x="958423" y="2302715"/>
                  <a:pt x="989546" y="2351730"/>
                  <a:pt x="1036590" y="2375275"/>
                </a:cubicBezTo>
                <a:lnTo>
                  <a:pt x="985422" y="2684898"/>
                </a:lnTo>
                <a:lnTo>
                  <a:pt x="1230236" y="2684898"/>
                </a:lnTo>
                <a:lnTo>
                  <a:pt x="1179068" y="2375275"/>
                </a:lnTo>
                <a:cubicBezTo>
                  <a:pt x="1226112" y="2351730"/>
                  <a:pt x="1257234" y="2302715"/>
                  <a:pt x="1257234" y="2246432"/>
                </a:cubicBezTo>
                <a:cubicBezTo>
                  <a:pt x="1257234" y="2163918"/>
                  <a:pt x="1190343" y="2097026"/>
                  <a:pt x="1107829" y="2097026"/>
                </a:cubicBezTo>
                <a:close/>
                <a:moveTo>
                  <a:pt x="1102513" y="266871"/>
                </a:moveTo>
                <a:cubicBezTo>
                  <a:pt x="874876" y="269781"/>
                  <a:pt x="691868" y="455143"/>
                  <a:pt x="691868" y="682798"/>
                </a:cubicBezTo>
                <a:lnTo>
                  <a:pt x="690469" y="682798"/>
                </a:lnTo>
                <a:lnTo>
                  <a:pt x="690469" y="1580962"/>
                </a:lnTo>
                <a:lnTo>
                  <a:pt x="1525188" y="1580962"/>
                </a:lnTo>
                <a:lnTo>
                  <a:pt x="1525188" y="672127"/>
                </a:lnTo>
                <a:lnTo>
                  <a:pt x="1523654" y="672166"/>
                </a:lnTo>
                <a:cubicBezTo>
                  <a:pt x="1517835" y="444585"/>
                  <a:pt x="1330149" y="263961"/>
                  <a:pt x="1102513" y="266871"/>
                </a:cubicBezTo>
                <a:close/>
                <a:moveTo>
                  <a:pt x="1099102" y="56"/>
                </a:moveTo>
                <a:cubicBezTo>
                  <a:pt x="1472767" y="-4720"/>
                  <a:pt x="1780852" y="291773"/>
                  <a:pt x="1790404" y="665346"/>
                </a:cubicBezTo>
                <a:lnTo>
                  <a:pt x="1742843" y="666562"/>
                </a:lnTo>
                <a:lnTo>
                  <a:pt x="1790627" y="666562"/>
                </a:lnTo>
                <a:lnTo>
                  <a:pt x="1790627" y="1580962"/>
                </a:lnTo>
                <a:lnTo>
                  <a:pt x="2041344" y="1580962"/>
                </a:lnTo>
                <a:cubicBezTo>
                  <a:pt x="2137614" y="1580962"/>
                  <a:pt x="2215656" y="1659004"/>
                  <a:pt x="2215656" y="1755274"/>
                </a:cubicBezTo>
                <a:lnTo>
                  <a:pt x="2215656" y="3026650"/>
                </a:lnTo>
                <a:cubicBezTo>
                  <a:pt x="2215656" y="3122920"/>
                  <a:pt x="2137614" y="3200962"/>
                  <a:pt x="2041344" y="3200962"/>
                </a:cubicBezTo>
                <a:lnTo>
                  <a:pt x="174312" y="3200962"/>
                </a:lnTo>
                <a:cubicBezTo>
                  <a:pt x="78042" y="3200962"/>
                  <a:pt x="0" y="3122920"/>
                  <a:pt x="0" y="3026650"/>
                </a:cubicBezTo>
                <a:lnTo>
                  <a:pt x="0" y="1755274"/>
                </a:lnTo>
                <a:cubicBezTo>
                  <a:pt x="0" y="1659004"/>
                  <a:pt x="78042" y="1580962"/>
                  <a:pt x="174312" y="1580962"/>
                </a:cubicBezTo>
                <a:lnTo>
                  <a:pt x="425030" y="1580962"/>
                </a:lnTo>
                <a:lnTo>
                  <a:pt x="425030" y="676764"/>
                </a:lnTo>
                <a:lnTo>
                  <a:pt x="425634" y="676764"/>
                </a:lnTo>
                <a:cubicBezTo>
                  <a:pt x="428273" y="305830"/>
                  <a:pt x="727452" y="4806"/>
                  <a:pt x="1099102" y="56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7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670933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有機">
  <a:themeElements>
    <a:clrScheme name="有機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標楷Arial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有機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155</TotalTime>
  <Words>70</Words>
  <Application>Microsoft Office PowerPoint</Application>
  <PresentationFormat>寬螢幕</PresentationFormat>
  <Paragraphs>13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1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5" baseType="lpstr">
      <vt:lpstr>Arial</vt:lpstr>
      <vt:lpstr>有機</vt:lpstr>
      <vt:lpstr>有什麼不一樣 副課程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有什麼不一樣 副課程</dc:title>
  <dc:creator>宗祐 李</dc:creator>
  <cp:lastModifiedBy>宗祐 李</cp:lastModifiedBy>
  <cp:revision>7</cp:revision>
  <dcterms:created xsi:type="dcterms:W3CDTF">2023-10-06T09:58:23Z</dcterms:created>
  <dcterms:modified xsi:type="dcterms:W3CDTF">2023-10-07T10:58:45Z</dcterms:modified>
</cp:coreProperties>
</file>