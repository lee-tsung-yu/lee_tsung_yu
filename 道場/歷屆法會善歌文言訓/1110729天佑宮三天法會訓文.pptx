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2" r:id="rId6"/>
    <p:sldId id="264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8F022A-48D2-AAA9-B1A1-3B76877AD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0E6F6E-1B75-1236-5EC3-D9E93B3C2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5C1BC0-D7A8-50DE-DA16-050EDA08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C7B904-E05A-4943-E200-C8CE5AE57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06450-6D3C-9888-234E-67148FD7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37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4F3BEF-6268-899B-9366-A72F5014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EAA585-F802-BCE3-AE7D-C57C3EEB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6DBD4A-D1CC-6543-0299-D5A1BAAF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3965C-8714-E877-9B26-2E9C0F7D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08513C-A1A2-217A-FBBB-F8EE9935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72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77341-0068-B926-6079-82922046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10DE4C-6882-32A6-8CA0-7406B3432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AF0D17-3435-2B3B-FE2C-43C0B97A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711D7E-DE56-F552-507E-828B4135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DA3D2E-323C-BB86-A0A0-32CE8105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37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C56CA1-CA3A-4EA7-6FA5-E310D92C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B79ED-B112-F93F-873C-F71B64F93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8D5162-D36C-ECCE-BC78-F52FED667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994971-82A3-346B-2C48-79F9B6C1C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1C48B7F-B4DE-B02C-1FD4-810BD912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31D5A2-8120-F337-70C6-A3093C19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50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976F6E-22C4-F474-EF76-44ED179B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B72CDA-34B1-BB5A-FE62-1EFB58C3B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DBDDD5-37E8-74A0-EB12-E38DAEFF5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A0DDFFC-0822-34DC-6A3D-8C82FCF81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C1A28A9-1FB4-0CA1-E0D2-04E13E251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77EBD15-D3BC-8CE1-3FE9-2E0F2B56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461589B-AA43-69F8-66CE-506FFFB1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17FEE7-5DCF-49E6-D9BA-B05ED58C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47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00C9E5-3FD1-8BD3-E396-9CC27D5B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144BE7-D220-325D-6F37-E73336F1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9E2FA95-439B-7487-E302-233F9E82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F0D611-DEA0-B4C8-4F51-B6FFC2A1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7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2C85C46-1020-B791-9F68-6E1B845D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BEC1BF2-062E-2D26-7A83-5BD5DCF4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625AB0-44D8-65F4-7EDE-F0B8B3AC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64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179F1-B44B-7877-CD8D-E1E8D1E4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878AD6-6B09-2592-CB7D-C77788A8F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C31B41-1BA1-7356-377A-60F7E6757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565F23-010D-40E6-86B1-119472E4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579C51-B88C-62DF-9040-280D4A50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3B06DB-BDDD-8048-95B8-ECD8854A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7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9C41CA-58DB-1759-E315-FC5BD65B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886CD5-7823-E713-EB18-8618C2BCC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C84AB31-95D5-A7EC-2D1A-18BB2C688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4116E4-38C7-C698-ACF1-FED38156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F0FA96-FF7B-A93D-EB56-DDADA0FB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379BA5-EAB1-120C-1B0C-D2578611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38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E0DB0E-1C3C-C261-F292-F919CF53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BE8471-AECC-ED25-8FB3-BEC4FCB01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A843F3-0191-D774-3C96-4548089E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B87687-7E9D-0822-F876-63C41A74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0D77D3-2BCD-7AC5-D3DB-940EA5C3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66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5A4B904-332D-4264-49C3-37A9BC94F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4B26CD-D4BD-1CF0-17D2-14CA063CB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B0E1B3-AD5F-C473-E2AD-EE259D1C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415702-A255-EA6E-685A-00DA7619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C0226F-5D08-1901-B2E4-D57EB39E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749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60B9D7A-EC43-7923-21C1-EAEAB14F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97ADB5-65D5-A3AE-42DD-0EE28DBF6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E2BC68-C300-6753-D403-954712179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5C26C-36A9-4BA4-A451-E4209FC6A108}" type="datetimeFigureOut">
              <a:rPr lang="zh-TW" altLang="en-US" smtClean="0"/>
              <a:t>2022/8/2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9BF501-9566-3FB4-1A81-A14990067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C76BFE-E1D1-538D-AEBE-98A36AA00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90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B3E1AA-33F0-9210-D70D-342438D3A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法會訓文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38AB3D-8E19-BE5D-18D6-F93C07DD3D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天佑宮</a:t>
            </a:r>
            <a:endParaRPr lang="en-US" altLang="zh-TW" dirty="0"/>
          </a:p>
          <a:p>
            <a:r>
              <a:rPr lang="en-US" altLang="zh-TW" dirty="0"/>
              <a:t>2022.07.29</a:t>
            </a:r>
            <a:r>
              <a:rPr lang="zh-TW" altLang="en-US" dirty="0"/>
              <a:t>～</a:t>
            </a:r>
            <a:r>
              <a:rPr lang="en-US" altLang="zh-TW" dirty="0"/>
              <a:t>2022.07.31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728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BB1A914-9EC0-3C79-2805-E55E9A28DF72}"/>
              </a:ext>
            </a:extLst>
          </p:cNvPr>
          <p:cNvSpPr txBox="1"/>
          <p:nvPr/>
        </p:nvSpPr>
        <p:spPr>
          <a:xfrm>
            <a:off x="5265003" y="158620"/>
            <a:ext cx="1661993" cy="6540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浮生瞬息豁達空　躑躅所欲難適從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今聚聖地探心源　解脫煩惱義諦懂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235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BB1A914-9EC0-3C79-2805-E55E9A28DF72}"/>
              </a:ext>
            </a:extLst>
          </p:cNvPr>
          <p:cNvSpPr txBox="1"/>
          <p:nvPr/>
        </p:nvSpPr>
        <p:spPr>
          <a:xfrm>
            <a:off x="1571684" y="158620"/>
            <a:ext cx="9048631" cy="6540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世界一家園　你我他是同根源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各來自八方四面　相逢是因有緣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若不是累世善德全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過佛門不入有萬千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精挑細選難得此會殊勝三天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朝暮日轉變　複雜裡學簡單點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幸福是一念之間　莫畏懼雨打臉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雖然有世態炎涼險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也有那雪中送炭賢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穿梭人群毋忘體會生命本面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平安是心安　心安是真安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道就在裡面　自心有坤乾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心安是行安　行安是真安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德能貫三界　助緣遍地天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266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4DDC697-ADD9-871C-6126-CB260F7B2C8A}"/>
              </a:ext>
            </a:extLst>
          </p:cNvPr>
          <p:cNvSpPr txBox="1"/>
          <p:nvPr/>
        </p:nvSpPr>
        <p:spPr>
          <a:xfrm>
            <a:off x="1714563" y="335901"/>
            <a:ext cx="9048631" cy="635064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知行合一全　滿載收穫每一天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塵俗有世智聰辯 跳不出命運繭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不知覺走離家門遠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還以為身在舒適圈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惑業苦中歷經滄桑疲憊難言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回家的路途在眼前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誰願意跟上步伐先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真言是無言　無言是有言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法就在裡面　淤泥栽淨蓮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有言是無言　無言是真言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妙即智慧添　水清盡照纖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			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調寄：寧夏　</a:t>
            </a:r>
          </a:p>
        </p:txBody>
      </p:sp>
    </p:spTree>
    <p:extLst>
      <p:ext uri="{BB962C8B-B14F-4D97-AF65-F5344CB8AC3E}">
        <p14:creationId xmlns:p14="http://schemas.microsoft.com/office/powerpoint/2010/main" val="230709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AC57D6-F3DC-E81F-68EE-C1ED9F68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6377BA-F36B-8F10-0634-A96DDBA8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有沒有每日都過得法喜啊？法喜不一定是在佛堂，在家庭、在生活都要以「道」為中心，這樣才能夠「初衷」常常在啊！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386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AC57D6-F3DC-E81F-68EE-C1ED9F68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6377BA-F36B-8F10-0634-A96DDBA8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有沒有每日都過得法喜啊？法喜不一定是在佛堂，在家庭、在生活都要以「道」為中心，這樣才能夠「初衷」常常在啊！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一個人的人生如果沒有經歷一些困難和挫折，那永遠都不曉得什麼是真正的悅樂。</a:t>
            </a:r>
            <a:endParaRPr lang="en-US" altLang="zh-TW" dirty="0"/>
          </a:p>
          <a:p>
            <a:pPr>
              <a:lnSpc>
                <a:spcPct val="150000"/>
              </a:lnSpc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250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3E9042-5558-67DB-C7BF-EA4DA485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323760-8D8D-29B1-E8B5-56AE66156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你們平常是不是都會跟家人朋友相處啊？想想看你自己：對誰比較好？</a:t>
            </a:r>
            <a:endParaRPr lang="en-US" altLang="zh-TW" dirty="0"/>
          </a:p>
          <a:p>
            <a:r>
              <a:rPr lang="zh-TW" altLang="en-US" dirty="0"/>
              <a:t>有一些弟妹在外面跟朋友好來好去的，什麼都好，也可以聊天聊很久，但是一回到家裡，看到父母或者是遇到家人，有時候生氣時，會不會講話不客氣啊？</a:t>
            </a:r>
            <a:endParaRPr lang="en-US" altLang="zh-TW" dirty="0"/>
          </a:p>
          <a:p>
            <a:r>
              <a:rPr lang="zh-TW" altLang="en-US" dirty="0"/>
              <a:t>是對朋友比較容易發脾氣，還是家人啊？（家人）是不是因為家人比較親近啊？（是）</a:t>
            </a:r>
            <a:r>
              <a:rPr lang="en-US" altLang="zh-TW" dirty="0"/>
              <a:t>——</a:t>
            </a:r>
            <a:r>
              <a:rPr lang="zh-TW" altLang="en-US" dirty="0"/>
              <a:t>那現在修道就是要從「家裡」開始修。</a:t>
            </a:r>
            <a:endParaRPr lang="en-US" altLang="zh-TW" dirty="0"/>
          </a:p>
          <a:p>
            <a:r>
              <a:rPr lang="zh-TW" altLang="en-US" dirty="0"/>
              <a:t>一個人，如果脾氣太直、太硬，會吃很多虧的。大家回去之後，讓自己的心在軟一點，言語在溫和一點。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063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B6B13C-1B4C-8FEE-4D3A-AAD67B8E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FCC815-D6B8-48C5-C8EB-36F5C174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我執：如果一張相片拿起來看，你是其中一個，那你第一個會先看誰？（自己）</a:t>
            </a:r>
            <a:endParaRPr lang="en-US" altLang="zh-TW" dirty="0"/>
          </a:p>
          <a:p>
            <a:r>
              <a:rPr lang="zh-TW" altLang="en-US" dirty="0"/>
              <a:t>拍照第一個先看自己，這當中，有沒有一個我執在？（有）</a:t>
            </a:r>
            <a:endParaRPr lang="en-US" altLang="zh-TW" dirty="0"/>
          </a:p>
          <a:p>
            <a:r>
              <a:rPr lang="zh-TW" altLang="en-US" dirty="0"/>
              <a:t>雖然這個我執不會傷害到別人，但是從小小的地方，就能看見大大的地方。也就是說，你的心常常第一個先關注的是自己。</a:t>
            </a:r>
            <a:endParaRPr lang="en-US" altLang="zh-TW" dirty="0"/>
          </a:p>
          <a:p>
            <a:r>
              <a:rPr lang="zh-TW" altLang="en-US" dirty="0"/>
              <a:t>那如果，在人與人意見有爭執的時候，第一個會不會為自己說話？（會）</a:t>
            </a:r>
            <a:endParaRPr lang="en-US" altLang="zh-TW" dirty="0"/>
          </a:p>
          <a:p>
            <a:r>
              <a:rPr lang="zh-TW" altLang="en-US" dirty="0"/>
              <a:t>你們為自己說話，是不是一定要說到贏？你們都很聰明，曉得話要怎麼講，講到別人都沒辦法再說，這樣是不是我執被放大了？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290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67D78-47C0-18A3-1734-B3A93B0E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243362-6B20-AC69-1621-19348BEC4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師兄可以跟你們說－－只有修道這一條路，可以讓你們最後是真正自由的，好嗎？</a:t>
            </a:r>
            <a:endParaRPr lang="en-US" altLang="zh-TW" dirty="0"/>
          </a:p>
          <a:p>
            <a:r>
              <a:rPr lang="zh-TW" altLang="en-US" dirty="0"/>
              <a:t>想想看：弟妹們，現在知道修道是很重要的，如果你們覺得人生還有其他的事情等著我去做，會不會不小心把這個修道的因緣給掉了呀？</a:t>
            </a:r>
            <a:endParaRPr lang="en-US" altLang="zh-TW" dirty="0"/>
          </a:p>
          <a:p>
            <a:r>
              <a:rPr lang="zh-TW" altLang="en-US" dirty="0"/>
              <a:t>有些人就會想呀：「沒關係，先保留一個位子，先做一個記號，到時候辦完事情回來，還有位子可以坐。」那弟妹們覺得還有嗎？很可能就錯失了一個好的良機。</a:t>
            </a:r>
          </a:p>
        </p:txBody>
      </p:sp>
    </p:spTree>
    <p:extLst>
      <p:ext uri="{BB962C8B-B14F-4D97-AF65-F5344CB8AC3E}">
        <p14:creationId xmlns:p14="http://schemas.microsoft.com/office/powerpoint/2010/main" val="167645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545E1B-71A7-A31A-E44C-F73DEF29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8B63B4-796B-DD91-1541-B12CDFBFD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47784" cy="4817771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很多時候，平安是不可求的，但是「心安」是每一個人都可以做到的。希望弟妹們可以常常心安，因為世間煩擾太多了，心安相當重要。</a:t>
            </a:r>
            <a:endParaRPr lang="en-US" altLang="zh-TW" dirty="0"/>
          </a:p>
          <a:p>
            <a:r>
              <a:rPr lang="zh-TW" altLang="en-US" dirty="0"/>
              <a:t>再跟弟妹們講一講，弟妹遇到困難的時候要怎麼解決。你們覺得困難是怎麼出現的？</a:t>
            </a:r>
            <a:endParaRPr lang="en-US" altLang="zh-TW" dirty="0"/>
          </a:p>
          <a:p>
            <a:r>
              <a:rPr lang="zh-TW" altLang="en-US" dirty="0"/>
              <a:t>有沒有發現，有很多能力很好的人，但最後還是被自己絆了一跤？那是因為人把能力著重在外表上的技能、才華，有時候忽略了其實「心裡的能力」更重要。</a:t>
            </a:r>
            <a:endParaRPr lang="en-US" altLang="zh-TW" dirty="0"/>
          </a:p>
          <a:p>
            <a:r>
              <a:rPr lang="zh-TW" altLang="en-US" dirty="0"/>
              <a:t>心裡的能力，是必須在日積月累當中，在遇到一個困難的時候，弟妹們能夠臨危不亂，能夠以正向的心去處理一件事情。處理完之後，會發現自己得到了什麼呢？當你們回去這樣做之後，就會有意想不到的收穫。</a:t>
            </a:r>
          </a:p>
        </p:txBody>
      </p:sp>
    </p:spTree>
    <p:extLst>
      <p:ext uri="{BB962C8B-B14F-4D97-AF65-F5344CB8AC3E}">
        <p14:creationId xmlns:p14="http://schemas.microsoft.com/office/powerpoint/2010/main" val="409283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58CFE5-10A1-86DD-5E2C-A42D054C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D23E83-D51E-0F58-6456-4B9C5B43E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愈學習就會愈成長，想要成長什麼呢？辦事人員要成長智慧，，還要成長什麼呢？要能夠渡更多的人，分享道的好，還要能夠在學習操辦的過程中，愈來愈有道，用道心來做。</a:t>
            </a:r>
            <a:endParaRPr lang="en-US" altLang="zh-TW" dirty="0"/>
          </a:p>
          <a:p>
            <a:r>
              <a:rPr lang="zh-TW" altLang="en-US" dirty="0"/>
              <a:t>培德的道路如果弟妹們走上了，那會帶給更多人希望。要學就要徹頭徹尾，不放過任何一個細節，因為每一個修辦道的細節都不可以輕忽，如果輕忽了會怎麼樣？</a:t>
            </a:r>
          </a:p>
          <a:p>
            <a:r>
              <a:rPr lang="zh-TW" altLang="en-US" dirty="0"/>
              <a:t>如果細節輕忽了，那會不小心就耽誤了因緣，是耽誤自己修道的因緣喔，因為修行都是在</a:t>
            </a:r>
            <a:r>
              <a:rPr lang="zh-TW" altLang="en-US"/>
              <a:t>個人。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102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1053</Words>
  <Application>Microsoft Office PowerPoint</Application>
  <PresentationFormat>寬螢幕</PresentationFormat>
  <Paragraphs>66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標楷體</vt:lpstr>
      <vt:lpstr>Arial</vt:lpstr>
      <vt:lpstr>Constantia</vt:lpstr>
      <vt:lpstr>Franklin Gothic Book</vt:lpstr>
      <vt:lpstr>Office 佈景主題</vt:lpstr>
      <vt:lpstr>法會訓文</vt:lpstr>
      <vt:lpstr>PowerPoint 簡報</vt:lpstr>
      <vt:lpstr>PowerPoint 簡報</vt:lpstr>
      <vt:lpstr>PowerPoint 簡報</vt:lpstr>
      <vt:lpstr>白話訓</vt:lpstr>
      <vt:lpstr>白話訓</vt:lpstr>
      <vt:lpstr>白話訓</vt:lpstr>
      <vt:lpstr>白話訓</vt:lpstr>
      <vt:lpstr>白話訓</vt:lpstr>
      <vt:lpstr>白話訓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5</cp:revision>
  <dcterms:created xsi:type="dcterms:W3CDTF">2022-08-01T13:47:13Z</dcterms:created>
  <dcterms:modified xsi:type="dcterms:W3CDTF">2022-08-02T14:46:35Z</dcterms:modified>
</cp:coreProperties>
</file>