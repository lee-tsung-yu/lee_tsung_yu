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9" r:id="rId4"/>
    <p:sldId id="257" r:id="rId5"/>
    <p:sldId id="258" r:id="rId6"/>
    <p:sldId id="262" r:id="rId7"/>
    <p:sldId id="264" r:id="rId8"/>
    <p:sldId id="263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D8F022A-48D2-AAA9-B1A1-3B76877AD1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F20E6F6E-1B75-1236-5EC3-D9E93B3C2E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+mj-ea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dirty="0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55C1BC0-D7A8-50DE-DA16-050EDA0899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5C26C-36A9-4BA4-A451-E4209FC6A108}" type="datetimeFigureOut">
              <a:rPr lang="zh-TW" altLang="en-US" smtClean="0"/>
              <a:t>2022/9/1</a:t>
            </a:fld>
            <a:endParaRPr lang="zh-TW" alt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3C7B904-E05A-4943-E200-C8CE5AE57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5B06450-6D3C-9888-234E-67148FD7F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5AD46-CEA0-4F04-8993-B96F39519C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4373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E4F3BEF-6268-899B-9366-A72F50149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9EAA585-F802-BCE3-AE7D-C57C3EEB6F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76DBD4A-D1CC-6543-0299-D5A1BAAF93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5C26C-36A9-4BA4-A451-E4209FC6A108}" type="datetimeFigureOut">
              <a:rPr lang="zh-TW" altLang="en-US" smtClean="0"/>
              <a:t>2022/9/1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543965C-8714-E877-9B26-2E9C0F7DFF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C08513C-A1A2-217A-FBBB-F8EE9935F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5AD46-CEA0-4F04-8993-B96F39519C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68721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E77341-0068-B926-6079-82922046C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E10DE4C-6882-32A6-8CA0-7406B3432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5AF0D17-3435-2B3B-FE2C-43C0B97A8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5C26C-36A9-4BA4-A451-E4209FC6A108}" type="datetimeFigureOut">
              <a:rPr lang="zh-TW" altLang="en-US" smtClean="0"/>
              <a:t>2022/9/1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9711D7E-DE56-F552-507E-828B413525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2DA3D2E-323C-BB86-A0A0-32CE81059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5AD46-CEA0-4F04-8993-B96F39519C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5375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3C56CA1-CA3A-4EA7-6FA5-E310D92C3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E3B79ED-B112-F93F-873C-F71B64F93C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D8D5162-D36C-ECCE-BC78-F52FED6674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1pPr>
            <a:lvl2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2pPr>
            <a:lvl3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3pPr>
            <a:lvl4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4pPr>
            <a:lvl5pPr>
              <a:defRPr>
                <a:latin typeface="標楷體" panose="03000509000000000000" pitchFamily="65" charset="-12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F994971-82A3-346B-2C48-79F9B6C1C5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5C26C-36A9-4BA4-A451-E4209FC6A108}" type="datetimeFigureOut">
              <a:rPr lang="zh-TW" altLang="en-US" smtClean="0"/>
              <a:t>2022/9/1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1C48B7F-B4DE-B02C-1FD4-810BD9120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831D5A2-8120-F337-70C6-A3093C19C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5AD46-CEA0-4F04-8993-B96F39519C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05053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3976F6E-22C4-F474-EF76-44ED179BE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7B72CDA-34B1-BB5A-FE62-1EFB58C3BE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4DBDDD5-37E8-74A0-EB12-E38DAEFF5C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8A0DDFFC-0822-34DC-6A3D-8C82FCF811D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CC1A28A9-1FB4-0CA1-E0D2-04E13E2512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77EBD15-D3BC-8CE1-3FE9-2E0F2B562B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5C26C-36A9-4BA4-A451-E4209FC6A108}" type="datetimeFigureOut">
              <a:rPr lang="zh-TW" altLang="en-US" smtClean="0"/>
              <a:t>2022/9/1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6461589B-AA43-69F8-66CE-506FFFB15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717FEE7-5DCF-49E6-D9BA-B05ED58CFB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5AD46-CEA0-4F04-8993-B96F39519C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154714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900C9E5-3FD1-8BD3-E396-9CC27D5B54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F144BE7-D220-325D-6F37-E73336F18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5C26C-36A9-4BA4-A451-E4209FC6A108}" type="datetimeFigureOut">
              <a:rPr lang="zh-TW" altLang="en-US" smtClean="0"/>
              <a:t>2022/9/1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9E2FA95-439B-7487-E302-233F9E82A4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DCF0D611-DEA0-B4C8-4F51-B6FFC2A18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5AD46-CEA0-4F04-8993-B96F39519C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53769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32C85C46-1020-B791-9F68-6E1B845D87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5C26C-36A9-4BA4-A451-E4209FC6A108}" type="datetimeFigureOut">
              <a:rPr lang="zh-TW" altLang="en-US" smtClean="0"/>
              <a:t>2022/9/1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BEC1BF2-062E-2D26-7A83-5BD5DCF4B8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3625AB0-44D8-65F4-7EDE-F0B8B3AC2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5AD46-CEA0-4F04-8993-B96F39519C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756491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D179F1-B44B-7877-CD8D-E1E8D1E4C4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6878AD6-6B09-2592-CB7D-C77788A8F6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5C31B41-1BA1-7356-377A-60F7E6757E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C565F23-010D-40E6-86B1-119472E435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5C26C-36A9-4BA4-A451-E4209FC6A108}" type="datetimeFigureOut">
              <a:rPr lang="zh-TW" altLang="en-US" smtClean="0"/>
              <a:t>2022/9/1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0579C51-B88C-62DF-9040-280D4A503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73B06DB-BDDD-8048-95B8-ECD8854AB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5AD46-CEA0-4F04-8993-B96F39519C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3976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E9C41CA-58DB-1759-E315-FC5BD65B16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5886CD5-7823-E713-EB18-8618C2BCCE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0C84AB31-95D5-A7EC-2D1A-18BB2C6881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74116E4-38C7-C698-ACF1-FED381561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5C26C-36A9-4BA4-A451-E4209FC6A108}" type="datetimeFigureOut">
              <a:rPr lang="zh-TW" altLang="en-US" smtClean="0"/>
              <a:t>2022/9/1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9F0FA96-FF7B-A93D-EB56-DDADA0FB23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C379BA5-EAB1-120C-1B0C-D2578611D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5AD46-CEA0-4F04-8993-B96F39519C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79384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E0DB0E-1C3C-C261-F292-F919CF53B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95BE8471-AECC-ED25-8FB3-BEC4FCB010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FA843F3-0191-D774-3C96-4548089E96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5C26C-36A9-4BA4-A451-E4209FC6A108}" type="datetimeFigureOut">
              <a:rPr lang="zh-TW" altLang="en-US" smtClean="0"/>
              <a:t>2022/9/1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7B87687-7E9D-0822-F876-63C41A74A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70D77D3-2BCD-7AC5-D3DB-940EA5C3F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5AD46-CEA0-4F04-8993-B96F39519C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8660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55A4B904-332D-4264-49C3-37A9BC94FF4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74B26CD-D4BD-1CF0-17D2-14CA063CB1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4B0E1B3-AD5F-C473-E2AD-EE259D1C23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B5C26C-36A9-4BA4-A451-E4209FC6A108}" type="datetimeFigureOut">
              <a:rPr lang="zh-TW" altLang="en-US" smtClean="0"/>
              <a:t>2022/9/1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0415702-A255-EA6E-685A-00DA76191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EC0226F-5D08-1901-B2E4-D57EB39E32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75AD46-CEA0-4F04-8993-B96F39519C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74972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160B9D7A-EC43-7923-21C1-EAEAB14FD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397ADB5-65D5-A3AE-42DD-0EE28DBF6B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BE2BC68-C300-6753-D403-9547121790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B5C26C-36A9-4BA4-A451-E4209FC6A108}" type="datetimeFigureOut">
              <a:rPr lang="zh-TW" altLang="en-US" smtClean="0"/>
              <a:t>2022/9/1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39BF501-9566-3FB4-1A81-A149900678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7C76BFE-E1D1-538D-AEBE-98A36AA003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C75AD46-CEA0-4F04-8993-B96F39519C9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09031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7B3E1AA-33F0-9210-D70D-342438D3A89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法會訓文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038AB3D-8E19-BE5D-18D6-F93C07DD3DB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TW" altLang="en-US" dirty="0"/>
              <a:t>天佑宮</a:t>
            </a:r>
            <a:endParaRPr lang="en-US" altLang="zh-TW" dirty="0"/>
          </a:p>
          <a:p>
            <a:r>
              <a:rPr lang="en-US" altLang="zh-TW" dirty="0"/>
              <a:t>2022.08.27</a:t>
            </a:r>
            <a:r>
              <a:rPr lang="zh-TW" altLang="en-US" dirty="0"/>
              <a:t>～</a:t>
            </a:r>
            <a:r>
              <a:rPr lang="en-US" altLang="zh-TW" dirty="0"/>
              <a:t>2022.08.28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07289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5BB1A914-9EC0-3C79-2805-E55E9A28DF72}"/>
              </a:ext>
            </a:extLst>
          </p:cNvPr>
          <p:cNvSpPr txBox="1"/>
          <p:nvPr/>
        </p:nvSpPr>
        <p:spPr>
          <a:xfrm>
            <a:off x="188714" y="1091681"/>
            <a:ext cx="12003286" cy="4899543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dist">
              <a:lnSpc>
                <a:spcPct val="200000"/>
              </a:lnSpc>
            </a:pPr>
            <a:r>
              <a:rPr lang="zh-TW" altLang="en-US" sz="3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茍日新砥節養性清淨培</a:t>
            </a:r>
            <a:endParaRPr lang="en-US" altLang="zh-TW" sz="3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dist">
              <a:lnSpc>
                <a:spcPct val="200000"/>
              </a:lnSpc>
            </a:pPr>
            <a:r>
              <a:rPr lang="zh-TW" altLang="en-US" sz="3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日日新塵離紛紜放懷解</a:t>
            </a:r>
            <a:endParaRPr lang="en-US" altLang="zh-TW" sz="3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dist">
              <a:lnSpc>
                <a:spcPct val="200000"/>
              </a:lnSpc>
            </a:pPr>
            <a:r>
              <a:rPr lang="zh-TW" altLang="en-US" sz="3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又日新超俗賢梯登謙卑</a:t>
            </a:r>
            <a:endParaRPr lang="en-US" altLang="zh-TW" sz="3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dist">
              <a:lnSpc>
                <a:spcPct val="200000"/>
              </a:lnSpc>
            </a:pPr>
            <a:r>
              <a:rPr lang="zh-TW" altLang="en-US" sz="3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相待誠心坦上下同力協</a:t>
            </a:r>
            <a:endParaRPr lang="en-US" altLang="zh-TW" sz="3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dist">
              <a:lnSpc>
                <a:spcPct val="200000"/>
              </a:lnSpc>
            </a:pPr>
            <a:r>
              <a:rPr lang="zh-TW" altLang="en-US" sz="3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智昏慾貪凡事常擾念飛</a:t>
            </a:r>
            <a:endParaRPr lang="en-US" altLang="zh-TW" sz="3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dist">
              <a:lnSpc>
                <a:spcPct val="200000"/>
              </a:lnSpc>
            </a:pPr>
            <a:r>
              <a:rPr lang="zh-TW" altLang="en-US" sz="3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省察速歸正改變痼習缺</a:t>
            </a:r>
            <a:endParaRPr lang="en-US" altLang="zh-TW" sz="3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dist">
              <a:lnSpc>
                <a:spcPct val="200000"/>
              </a:lnSpc>
            </a:pPr>
            <a:r>
              <a:rPr lang="zh-TW" altLang="en-US" sz="3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任勞任怨修憚煩道志頹</a:t>
            </a:r>
            <a:endParaRPr lang="en-US" altLang="zh-TW" sz="3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dist">
              <a:lnSpc>
                <a:spcPct val="200000"/>
              </a:lnSpc>
            </a:pPr>
            <a:r>
              <a:rPr lang="zh-TW" altLang="en-US" sz="3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見己短日新勿悅他人非</a:t>
            </a:r>
            <a:endParaRPr lang="en-US" altLang="zh-TW" sz="3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dist">
              <a:lnSpc>
                <a:spcPct val="200000"/>
              </a:lnSpc>
            </a:pPr>
            <a:r>
              <a:rPr lang="zh-TW" altLang="en-US" sz="3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安分紀律守過化存神覺</a:t>
            </a:r>
            <a:endParaRPr lang="en-US" altLang="zh-TW" sz="3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dist">
              <a:lnSpc>
                <a:spcPct val="200000"/>
              </a:lnSpc>
            </a:pPr>
            <a:r>
              <a:rPr lang="zh-TW" altLang="en-US" sz="3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法聖循序進德性善保輝</a:t>
            </a:r>
            <a:endParaRPr lang="en-US" altLang="zh-TW" sz="3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dist">
              <a:lnSpc>
                <a:spcPct val="200000"/>
              </a:lnSpc>
            </a:pPr>
            <a:r>
              <a:rPr lang="zh-TW" altLang="en-US" sz="3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破畛域則樂反觀真樸回</a:t>
            </a:r>
            <a:endParaRPr lang="en-US" altLang="zh-TW" sz="3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dist">
              <a:lnSpc>
                <a:spcPct val="200000"/>
              </a:lnSpc>
            </a:pPr>
            <a:r>
              <a:rPr lang="zh-TW" altLang="en-US" sz="32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渡眾積極行認理精勤學</a:t>
            </a:r>
            <a:endParaRPr lang="en-US" altLang="zh-TW" sz="3200"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623587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1FB762CE-F7E9-ADF8-0E1B-76FE8606C7A8}"/>
              </a:ext>
            </a:extLst>
          </p:cNvPr>
          <p:cNvSpPr txBox="1"/>
          <p:nvPr/>
        </p:nvSpPr>
        <p:spPr>
          <a:xfrm>
            <a:off x="-1071682" y="161925"/>
            <a:ext cx="13111282" cy="6943725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芸芸　紅塵萬千境　家家　各有難念經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緣起　久別重相遇　緣息　無債一身輕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聲聲　喚爾回頭尋　傾聽　那純粹心靈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有情　百花盛開欣　無情　化作春泥隱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心慢慢覺醒　看天地間妙蘊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開闊胸懷迎接暖寒陰晴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徒若愁苦多慮　難穎悟那清淨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只是成了過客匆匆行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心慢慢平靜　猶春風相拂迎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鳥語婉轉捎來師的深情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讓真理洗滌　陽光灑落滿庭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齊走向聖賢路現清明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學習　入聖道參諦　開啟　因緣的契機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君子　不為人知悉　默默　日久見德儀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明理　處世有見地　圓融　你我互提攜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愿力　與天相約定　真誠　師徒辦末期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徒漸漸積極　上天助一臂力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善握光陰時時修辦參與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世境諸多誘因　當保任好自己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慧命殊勝看重莫輕舉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徒日新又新　佛仙慈悲加靈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衝破黑暗自會見到光曦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解開固封地　潺潺流水妙音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圍繞在山河中壯闊麗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000" dirty="0">
                <a:latin typeface="標楷體" panose="03000509000000000000" pitchFamily="65" charset="-120"/>
                <a:ea typeface="標楷體" panose="03000509000000000000" pitchFamily="65" charset="-120"/>
              </a:rPr>
              <a:t>              調寄：雪落下的聲音</a:t>
            </a:r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30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739112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5BB1A914-9EC0-3C79-2805-E55E9A28DF72}"/>
              </a:ext>
            </a:extLst>
          </p:cNvPr>
          <p:cNvSpPr txBox="1"/>
          <p:nvPr/>
        </p:nvSpPr>
        <p:spPr>
          <a:xfrm>
            <a:off x="1294685" y="447869"/>
            <a:ext cx="9602629" cy="654075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芸芸　紅塵萬千境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家家　各有難念經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緣起　久別重相遇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緣息　無債一身輕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聲聲　喚爾回頭尋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傾聽　那純粹心靈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有情　百花盛開欣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無情　化作春泥隱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心慢慢覺醒　看天地間妙蘊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開闊胸懷迎接暖寒陰晴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徒若愁苦多慮　難穎悟那清淨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只是成了過客匆匆行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心慢慢平靜　猶春風相拂迎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鳥語婉轉捎來師的深情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讓真理洗滌　陽光灑落滿庭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齊走向聖賢路現清明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626604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74DDC697-ADD9-871C-6126-CB260F7B2C8A}"/>
              </a:ext>
            </a:extLst>
          </p:cNvPr>
          <p:cNvSpPr txBox="1"/>
          <p:nvPr/>
        </p:nvSpPr>
        <p:spPr>
          <a:xfrm>
            <a:off x="1294685" y="412101"/>
            <a:ext cx="9602629" cy="6350649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學習　入聖道參諦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開啟　因緣的契機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君子　不為人知悉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默默　日久見德儀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明理　處世有見地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圓融　你我互提攜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愿力　與天相約定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真誠　師徒辦末期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徒漸漸積極　上天助一臂力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善握光陰時時修辦參與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世境諸多誘因　當保任好自己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慧命殊勝看重莫輕舉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徒日新又新　佛仙慈悲加靈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衝破黑暗自會見到光曦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解開固封地　潺潺流水妙音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圍繞在山河中壯闊麗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sz="3600" dirty="0">
                <a:latin typeface="標楷體" panose="03000509000000000000" pitchFamily="65" charset="-120"/>
                <a:ea typeface="標楷體" panose="03000509000000000000" pitchFamily="65" charset="-120"/>
              </a:rPr>
              <a:t>        調寄：雪落下的聲音</a:t>
            </a:r>
            <a:endParaRPr lang="en-US" altLang="zh-TW" sz="3600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3070984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AC57D6-F3DC-E81F-68EE-C1ED9F68F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白話訓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6377BA-F36B-8F10-0634-A96DDBA83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TW" altLang="en-US" dirty="0"/>
              <a:t>有沒有每日都過得法喜啊？法喜不一定是在佛堂，在家庭、在生活都要以「道」為中心，這樣才能夠「初衷」常常在啊！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13860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EAC57D6-F3DC-E81F-68EE-C1ED9F68F9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白話訓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C6377BA-F36B-8F10-0634-A96DDBA832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zh-TW" altLang="en-US" dirty="0"/>
              <a:t>有沒有每日都過得法喜啊？法喜不一定是在佛堂，在家庭、在生活都要以「道」為中心，這樣才能夠「初衷」常常在啊！</a:t>
            </a:r>
            <a:endParaRPr lang="en-US" altLang="zh-TW" dirty="0"/>
          </a:p>
          <a:p>
            <a:pPr>
              <a:lnSpc>
                <a:spcPct val="150000"/>
              </a:lnSpc>
            </a:pPr>
            <a:r>
              <a:rPr lang="zh-TW" altLang="en-US" dirty="0"/>
              <a:t>一個人的人生如果沒有經歷一些困難和挫折，那永遠都不曉得什麼是真正的悅樂。</a:t>
            </a:r>
            <a:endParaRPr lang="en-US" altLang="zh-TW" dirty="0"/>
          </a:p>
          <a:p>
            <a:pPr>
              <a:lnSpc>
                <a:spcPct val="150000"/>
              </a:lnSpc>
            </a:pP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02502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53E9042-5558-67DB-C7BF-EA4DA4851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白話訓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6323760-8D8D-29B1-E8B5-56AE66156A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你們平常是不是都會跟家人朋友相處啊？想想看你自己：對誰比較好？</a:t>
            </a:r>
            <a:endParaRPr lang="en-US" altLang="zh-TW" dirty="0"/>
          </a:p>
          <a:p>
            <a:r>
              <a:rPr lang="zh-TW" altLang="en-US" dirty="0"/>
              <a:t>有一些弟妹在外面跟朋友好來好去的，什麼都好，也可以聊天聊很久，但是一回到家裡，看到父母或者是遇到家人，有時候生氣時，會不會講話不客氣啊？</a:t>
            </a:r>
            <a:endParaRPr lang="en-US" altLang="zh-TW" dirty="0"/>
          </a:p>
          <a:p>
            <a:r>
              <a:rPr lang="zh-TW" altLang="en-US" dirty="0"/>
              <a:t>是對朋友比較容易發脾氣，還是家人啊？（家人）是不是因為家人比較親近啊？（是）</a:t>
            </a:r>
            <a:r>
              <a:rPr lang="en-US" altLang="zh-TW" dirty="0"/>
              <a:t>——</a:t>
            </a:r>
            <a:r>
              <a:rPr lang="zh-TW" altLang="en-US" dirty="0"/>
              <a:t>那現在修道就是要從「家裡」開始修。</a:t>
            </a:r>
            <a:endParaRPr lang="en-US" altLang="zh-TW" dirty="0"/>
          </a:p>
          <a:p>
            <a:r>
              <a:rPr lang="zh-TW" altLang="en-US" dirty="0"/>
              <a:t>一個人，如果脾氣太直、太硬，會吃很多虧的。大家回去之後，讓自己的心在軟一點，言語在溫和一點。</a:t>
            </a:r>
            <a:endParaRPr lang="en-US" altLang="zh-TW" dirty="0"/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41063036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B6B13C-1B4C-8FEE-4D3A-AAD67B8EE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白話訓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FFCC815-D6B8-48C5-C8EB-36F5C174F4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我執：如果一張相片拿起來看，你是其中一個，那你第一個會先看誰？（自己）</a:t>
            </a:r>
            <a:endParaRPr lang="en-US" altLang="zh-TW" dirty="0"/>
          </a:p>
          <a:p>
            <a:r>
              <a:rPr lang="zh-TW" altLang="en-US" dirty="0"/>
              <a:t>拍照第一個先看自己，這當中，有沒有一個我執在？（有）</a:t>
            </a:r>
            <a:endParaRPr lang="en-US" altLang="zh-TW" dirty="0"/>
          </a:p>
          <a:p>
            <a:r>
              <a:rPr lang="zh-TW" altLang="en-US" dirty="0"/>
              <a:t>雖然這個我執不會傷害到別人，但是從小小的地方，就能看見大大的地方。也就是說，你的心常常第一個先關注的是自己。</a:t>
            </a:r>
            <a:endParaRPr lang="en-US" altLang="zh-TW" dirty="0"/>
          </a:p>
          <a:p>
            <a:r>
              <a:rPr lang="zh-TW" altLang="en-US" dirty="0"/>
              <a:t>那如果，在人與人意見有爭執的時候，第一個會不會為自己說話？（會）</a:t>
            </a:r>
            <a:endParaRPr lang="en-US" altLang="zh-TW" dirty="0"/>
          </a:p>
          <a:p>
            <a:r>
              <a:rPr lang="zh-TW" altLang="en-US" dirty="0"/>
              <a:t>你們為自己說話，是不是一定要說到贏？你們都很聰明，曉得話要怎麼講，講到別人都沒辦法再說，這樣是不是我執被放大了？</a:t>
            </a:r>
            <a:endParaRPr lang="en-US" altLang="zh-TW" dirty="0"/>
          </a:p>
          <a:p>
            <a:pPr marL="0" indent="0">
              <a:buNone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7229097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F267D78-47C0-18A3-1734-B3A93B0EB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白話訓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F243362-6B20-AC69-1621-19348BEC44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師兄可以跟你們說－－只有修道這一條路，可以讓你們最後是真正自由的，好嗎？</a:t>
            </a:r>
            <a:endParaRPr lang="en-US" altLang="zh-TW" dirty="0"/>
          </a:p>
          <a:p>
            <a:r>
              <a:rPr lang="zh-TW" altLang="en-US" dirty="0"/>
              <a:t>想想看：弟妹們，現在知道修道是很重要的，如果你們覺得人生還有其他的事情等著我去做，會不會不小心把這個修道的因緣給掉了呀？</a:t>
            </a:r>
            <a:endParaRPr lang="en-US" altLang="zh-TW" dirty="0"/>
          </a:p>
          <a:p>
            <a:r>
              <a:rPr lang="zh-TW" altLang="en-US" dirty="0"/>
              <a:t>有些人就會想呀：「沒關係，先保留一個位子，先做一個記號，到時候辦完事情回來，還有位子可以坐。」那弟妹們覺得還有嗎？很可能就錯失了一個好的良機。</a:t>
            </a:r>
          </a:p>
        </p:txBody>
      </p:sp>
    </p:spTree>
    <p:extLst>
      <p:ext uri="{BB962C8B-B14F-4D97-AF65-F5344CB8AC3E}">
        <p14:creationId xmlns:p14="http://schemas.microsoft.com/office/powerpoint/2010/main" val="16764560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545E1B-71A7-A31A-E44C-F73DEF29E2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白話訓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A8B63B4-796B-DD91-1541-B12CDFBFD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647784" cy="4817771"/>
          </a:xfrm>
        </p:spPr>
        <p:txBody>
          <a:bodyPr>
            <a:normAutofit lnSpcReduction="10000"/>
          </a:bodyPr>
          <a:lstStyle/>
          <a:p>
            <a:r>
              <a:rPr lang="zh-TW" altLang="en-US" dirty="0"/>
              <a:t>很多時候，平安是不可求的，但是「心安」是每一個人都可以做到的。希望弟妹們可以常常心安，因為世間煩擾太多了，心安相當重要。</a:t>
            </a:r>
            <a:endParaRPr lang="en-US" altLang="zh-TW" dirty="0"/>
          </a:p>
          <a:p>
            <a:r>
              <a:rPr lang="zh-TW" altLang="en-US" dirty="0"/>
              <a:t>再跟弟妹們講一講，弟妹遇到困難的時候要怎麼解決。你們覺得困難是怎麼出現的？</a:t>
            </a:r>
            <a:endParaRPr lang="en-US" altLang="zh-TW" dirty="0"/>
          </a:p>
          <a:p>
            <a:r>
              <a:rPr lang="zh-TW" altLang="en-US" dirty="0"/>
              <a:t>有沒有發現，有很多能力很好的人，但最後還是被自己絆了一跤？那是因為人把能力著重在外表上的技能、才華，有時候忽略了其實「心裡的能力」更重要。</a:t>
            </a:r>
            <a:endParaRPr lang="en-US" altLang="zh-TW" dirty="0"/>
          </a:p>
          <a:p>
            <a:r>
              <a:rPr lang="zh-TW" altLang="en-US" dirty="0"/>
              <a:t>心裡的能力，是必須在日積月累當中，在遇到一個困難的時候，弟妹們能夠臨危不亂，能夠以正向的心去處理一件事情。處理完之後，會發現自己得到了什麼呢？當你們回去這樣做之後，就會有意想不到的收穫。</a:t>
            </a:r>
          </a:p>
        </p:txBody>
      </p:sp>
    </p:spTree>
    <p:extLst>
      <p:ext uri="{BB962C8B-B14F-4D97-AF65-F5344CB8AC3E}">
        <p14:creationId xmlns:p14="http://schemas.microsoft.com/office/powerpoint/2010/main" val="4092837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258CFE5-10A1-86DD-5E2C-A42D054C86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2D23E83-D51E-0F58-6456-4B9C5B43E7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愈學習就會愈成長，想要成長什麼呢？辦事人員要成長智慧，，還要成長什麼呢？要能夠渡更多的人，分享道的好，還要能夠在學習操辦的過程中，愈來愈有道，用道心來做。</a:t>
            </a:r>
            <a:endParaRPr lang="en-US" altLang="zh-TW" dirty="0"/>
          </a:p>
          <a:p>
            <a:r>
              <a:rPr lang="zh-TW" altLang="en-US" dirty="0"/>
              <a:t>培德的道路如果弟妹們走上了，那會帶給更多人希望。要學就要徹頭徹尾，不放過任何一個細節，因為每一個修辦道的細節都不可以輕忽，如果輕忽了會怎麼樣？</a:t>
            </a:r>
          </a:p>
          <a:p>
            <a:r>
              <a:rPr lang="zh-TW" altLang="en-US" dirty="0"/>
              <a:t>如果細節輕忽了，那會不小心就耽誤了因緣，是耽誤自己修道的因緣喔，因為修行都是在</a:t>
            </a:r>
            <a:r>
              <a:rPr lang="zh-TW" altLang="en-US"/>
              <a:t>個人。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151027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onstantia-Franklin Gothic Book">
      <a:majorFont>
        <a:latin typeface="Constantia" panose="02030602050306030303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1332</Words>
  <Application>Microsoft Office PowerPoint</Application>
  <PresentationFormat>寬螢幕</PresentationFormat>
  <Paragraphs>102</Paragraphs>
  <Slides>12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12</vt:i4>
      </vt:variant>
    </vt:vector>
  </HeadingPairs>
  <TitlesOfParts>
    <vt:vector size="17" baseType="lpstr">
      <vt:lpstr>標楷體</vt:lpstr>
      <vt:lpstr>Arial</vt:lpstr>
      <vt:lpstr>Constantia</vt:lpstr>
      <vt:lpstr>Franklin Gothic Book</vt:lpstr>
      <vt:lpstr>Office 佈景主題</vt:lpstr>
      <vt:lpstr>法會訓文</vt:lpstr>
      <vt:lpstr>PowerPoint 簡報</vt:lpstr>
      <vt:lpstr>PowerPoint 簡報</vt:lpstr>
      <vt:lpstr>PowerPoint 簡報</vt:lpstr>
      <vt:lpstr>PowerPoint 簡報</vt:lpstr>
      <vt:lpstr>白話訓</vt:lpstr>
      <vt:lpstr>白話訓</vt:lpstr>
      <vt:lpstr>白話訓</vt:lpstr>
      <vt:lpstr>白話訓</vt:lpstr>
      <vt:lpstr>白話訓</vt:lpstr>
      <vt:lpstr>白話訓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宗祐 李</dc:creator>
  <cp:lastModifiedBy>宗祐 李</cp:lastModifiedBy>
  <cp:revision>9</cp:revision>
  <dcterms:created xsi:type="dcterms:W3CDTF">2022-08-01T13:47:13Z</dcterms:created>
  <dcterms:modified xsi:type="dcterms:W3CDTF">2022-09-01T00:21:51Z</dcterms:modified>
</cp:coreProperties>
</file>