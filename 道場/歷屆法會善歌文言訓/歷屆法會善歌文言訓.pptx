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1" r:id="rId3"/>
    <p:sldId id="261" r:id="rId4"/>
    <p:sldId id="273" r:id="rId5"/>
    <p:sldId id="272" r:id="rId6"/>
    <p:sldId id="270" r:id="rId7"/>
    <p:sldId id="274" r:id="rId8"/>
    <p:sldId id="276" r:id="rId9"/>
    <p:sldId id="279" r:id="rId10"/>
    <p:sldId id="277" r:id="rId11"/>
    <p:sldId id="280" r:id="rId12"/>
    <p:sldId id="281" r:id="rId13"/>
    <p:sldId id="282" r:id="rId14"/>
  </p:sldIdLst>
  <p:sldSz cx="12192000" cy="6858000"/>
  <p:notesSz cx="6888163" cy="10020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EC146-AEC0-6983-03EE-FE5E64F9A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42D3BB2-214B-591E-0CE7-6BA4317B5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64B1D1-0124-B09E-04D4-5A5A9828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3B16ED-7D8E-D2DA-7D4B-963645CE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CE3C5E-2E30-D732-A372-6594DDCE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380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5836DC-D45A-5CF9-1077-85CD2C43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26EF14-0A96-B47D-F455-A1BF4C3EE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CCCFC6-CC03-414F-A493-3C9BDCAD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91AE15-D382-97F4-1D70-C96888E1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DAE8F0-AD92-722D-6394-9CF9BBE7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39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5389D-DB71-6616-886F-B72486DAF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E13174-10C5-48A0-CBDA-33B10B922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E383E2-B421-825C-3976-40ED5FFA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3CC243-3580-C2C9-381E-EC9B9D8D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014E15-7F20-F385-D159-ADA21F45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17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3403C-F6D0-0261-7BA9-9EEF2910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4FD188-8A5B-4C9A-51CE-5C3CDF012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AD7E06-E9A7-C254-8E37-66ED039B9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B307FA-FF8E-20DB-5656-D24F4A8D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673354-F533-0F10-8780-486415D1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64453-7FE0-8E6D-3524-C311329D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1593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5F2C0-FE17-3B88-9DD0-50A712FAE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BEDD22-E8DA-C44B-D7C5-9032FED76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368D88-2131-BD8B-0E74-B26FED7CF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B75CD4-8189-CBC4-1FD3-7618C05D7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238C48-904D-E0B3-38C7-3D2BBF3B5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FCBF88F-E3BC-10ED-12E9-FBD7E702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7DAC02E-7A49-62B7-1835-B0539D77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5733642-4378-41A8-3FB1-F5811B3F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14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8A7394-C107-BC9D-061D-181A8AA3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D8EF6FA-9C41-82A5-7334-94994E24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F8319D0-92E2-4B74-6616-2F7B08AD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76A803-964D-2FB1-90B7-786A9BB6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17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08805D-8B03-678A-ADE2-677A53AF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577FC-A3C9-90B3-E221-96249AFD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AEC4C8-0645-9BD2-C7FC-278B7D80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003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C6C1F7-7F56-4D27-C22D-185205DE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CA37EF-52F5-D80D-4B69-01B8BFAD0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89AD6E-4711-C3C1-395E-1B395B400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5E2805-E5B7-09DE-6E47-F99659F1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F877CA-AF53-F6AE-54F9-9E89AED7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83E2A3-80BE-C515-B4C7-60ED9538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83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974B05-0960-E3FA-59FE-B95DE9277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BD70AF7-34C3-6008-FB08-D4EDCEC44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E4299F-121B-AB4A-AF8F-1F3CC3071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762787-5E25-B0BB-BFB3-3E066180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801FDB-705E-D9E2-9A2A-0D382E2A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187BD2-E5AD-F638-CAD1-B55DF19F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54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1210F1-D92F-4EF6-2201-B975FE78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F6AC826-24F7-203E-9306-0BE26847E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473255-F8D8-F16C-86B4-5543C23C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B669E3-7BCA-3D9F-1060-9E2C091B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77721A-BF6F-C89A-BF31-300C023D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087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0E9532F-7195-9597-8D89-72ABB6060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8173679-BB3D-0A19-FEAB-7E2131243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1226C6-AED8-E3EC-B9CC-BFBB84B5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42153C-A6A3-0AC9-96D5-8E009A6F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B641DD-D0D3-D3F6-C332-DD3E972F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090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A52F140-6085-493B-FE92-437D073D7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09973E-5049-8FD3-2335-8531B3216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33048C-8CDF-6FE0-CBE7-F1CFC27B7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1135-0EAB-4829-BCDC-38F33BBB9D2C}" type="datetimeFigureOut">
              <a:rPr lang="zh-TW" altLang="en-US" smtClean="0"/>
              <a:t>2023/11/15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18ACF-BDB8-CC89-98EB-907108DA3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9FEC19-66F0-11CD-94FC-AFEB1375A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A06EC-DD9D-4B59-8FD1-2C72154585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1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-1071682" y="161925"/>
            <a:ext cx="13111282" cy="69437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芸芸　紅塵萬千境　家家　各有難念經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緣起　久別重相遇　緣息　無債一身輕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聲聲　喚爾回頭尋　傾聽　那純粹心靈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有情　百花盛開欣　無情　化作春泥隱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心慢慢覺醒　看天地間妙蘊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開闊胸懷迎接暖寒陰晴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徒若愁苦多慮　難穎悟那清靜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只是成了過客匆匆行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心慢慢平靜　猶春風相拂迎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鳥語婉轉捎來師的深情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讓真理洗滌　陽光灑落滿庭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齊走向聖賢路現清明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學習　入聖道參諦　開啟　因緣的契機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君子　不為人知悉　默默　日久見德儀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明理　處世有見地　圓融　你我互提攜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愿力　與天相約定　真誠　師徒辦末期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徒漸漸積極　上天助一臂力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善握光陰時時修辦參與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世境諸多誘因　當保任好自己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慧命殊勝看重莫輕舉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徒日新又新　佛仙慈悲加靈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衝破黑暗自會見到光曦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解開固封地　潺潺流水妙音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圍繞在山河中壯闊麗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      調寄：雪落下的聲音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91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88461E-8221-32BF-6240-30CF54A6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112/08/26-27</a:t>
            </a:r>
            <a:r>
              <a:rPr lang="zh-TW" altLang="en-US" dirty="0"/>
              <a:t> 學界精進法會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4CC9A3-D78F-E2A8-D75C-361DE55B3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濟公活佛慈悲</a:t>
            </a:r>
          </a:p>
        </p:txBody>
      </p:sp>
    </p:spTree>
    <p:extLst>
      <p:ext uri="{BB962C8B-B14F-4D97-AF65-F5344CB8AC3E}">
        <p14:creationId xmlns:p14="http://schemas.microsoft.com/office/powerpoint/2010/main" val="295125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EB57DF-CD8A-93A0-1471-A2EDF3DA6741}"/>
              </a:ext>
            </a:extLst>
          </p:cNvPr>
          <p:cNvSpPr txBox="1"/>
          <p:nvPr/>
        </p:nvSpPr>
        <p:spPr>
          <a:xfrm>
            <a:off x="-162147" y="133933"/>
            <a:ext cx="12649617" cy="69437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忘懷得失勸言聽履實踐寡欲清明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色聲香味須慎防一念偏差墜陷阱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五蘊生愛求貪易多執著尋找幻影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常與願違所苦惱或哀或樂坐愁城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愚迷外攀攪亂煩時怒時喜入俗坑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觸事遇緣紛雜擾認假隨波落困境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暫宿客舍理當知水月鏡花悟透通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歷艱辛迢遙千里天酬勤朝夕用功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始覺真道超思量莫待歸途萬象空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持之力恆即出眾人以正路仁德逢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能否自在念由己宏寬走向方針定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存養深厚轉化內平和善保法喜迎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塵世依舊起狂風修身來去亦從容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曠兮若谷微妙玄淨心妄中安神寧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不念舊惡學放下智勇合豁達前行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235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EB57DF-CD8A-93A0-1471-A2EDF3DA6741}"/>
              </a:ext>
            </a:extLst>
          </p:cNvPr>
          <p:cNvSpPr txBox="1"/>
          <p:nvPr/>
        </p:nvSpPr>
        <p:spPr>
          <a:xfrm>
            <a:off x="-162147" y="133933"/>
            <a:ext cx="12649617" cy="69437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忘懷得失勸言聽履實踐寡欲清明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色聲香味須慎防一念偏差墜陷阱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五蘊生愛求貪易多執著尋找幻影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常與願違所苦惱或哀或樂坐愁城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愚迷外攀攪亂煩時怒時喜入俗坑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觸事遇緣紛雜擾認假隨波落困境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暫宿客舍理當知水月鏡花悟透通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歷艱辛迢遙千里天酬勤朝夕用功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始覺真道超思量莫待歸途萬象空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持之力恆即出眾人以正路仁德逢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能否自在念由己宏寬走向方針定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存養深厚轉化內平和善保法喜迎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塵世依舊起狂風修身來去亦從容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曠兮若谷微妙玄淨心妄中安神寧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不念舊惡學放下智勇合豁達前行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1271ED7-0517-1653-F2E2-7247677E1E04}"/>
              </a:ext>
            </a:extLst>
          </p:cNvPr>
          <p:cNvSpPr/>
          <p:nvPr/>
        </p:nvSpPr>
        <p:spPr>
          <a:xfrm>
            <a:off x="8304246" y="1091681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43363EE-16F7-662C-63C6-B79C7415CFA7}"/>
              </a:ext>
            </a:extLst>
          </p:cNvPr>
          <p:cNvSpPr/>
          <p:nvPr/>
        </p:nvSpPr>
        <p:spPr>
          <a:xfrm>
            <a:off x="7467600" y="1548880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F426BBB-3B72-B19E-684B-B8CEB78CB697}"/>
              </a:ext>
            </a:extLst>
          </p:cNvPr>
          <p:cNvSpPr/>
          <p:nvPr/>
        </p:nvSpPr>
        <p:spPr>
          <a:xfrm>
            <a:off x="7467601" y="2024741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5AC2407-8819-8D01-9CEF-BF5286D990EE}"/>
              </a:ext>
            </a:extLst>
          </p:cNvPr>
          <p:cNvSpPr/>
          <p:nvPr/>
        </p:nvSpPr>
        <p:spPr>
          <a:xfrm>
            <a:off x="7467600" y="2481942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4CAE733-AC45-D52C-ACBF-C9D48919B9D5}"/>
              </a:ext>
            </a:extLst>
          </p:cNvPr>
          <p:cNvSpPr/>
          <p:nvPr/>
        </p:nvSpPr>
        <p:spPr>
          <a:xfrm>
            <a:off x="7467599" y="2929812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7081AC5-CF0C-A4DE-9A9E-25311A1263A7}"/>
              </a:ext>
            </a:extLst>
          </p:cNvPr>
          <p:cNvSpPr/>
          <p:nvPr/>
        </p:nvSpPr>
        <p:spPr>
          <a:xfrm>
            <a:off x="7467599" y="3396342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C989AFD-6600-81ED-43BA-055040A607DD}"/>
              </a:ext>
            </a:extLst>
          </p:cNvPr>
          <p:cNvSpPr/>
          <p:nvPr/>
        </p:nvSpPr>
        <p:spPr>
          <a:xfrm>
            <a:off x="7467599" y="3844214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856320AA-90B2-5F8A-E8CD-06ACEA7629EB}"/>
              </a:ext>
            </a:extLst>
          </p:cNvPr>
          <p:cNvSpPr/>
          <p:nvPr/>
        </p:nvSpPr>
        <p:spPr>
          <a:xfrm>
            <a:off x="7467599" y="4301413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3B276169-C3A3-2229-CAC1-59AC5AE4AA58}"/>
              </a:ext>
            </a:extLst>
          </p:cNvPr>
          <p:cNvSpPr/>
          <p:nvPr/>
        </p:nvSpPr>
        <p:spPr>
          <a:xfrm>
            <a:off x="7467599" y="4779800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E4FDB178-5EDC-A4C5-65B3-D24DB7AC606C}"/>
              </a:ext>
            </a:extLst>
          </p:cNvPr>
          <p:cNvSpPr/>
          <p:nvPr/>
        </p:nvSpPr>
        <p:spPr>
          <a:xfrm>
            <a:off x="8293361" y="2006076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AE11E11-C145-66BD-06C8-9B7798AA7B8A}"/>
              </a:ext>
            </a:extLst>
          </p:cNvPr>
          <p:cNvSpPr/>
          <p:nvPr/>
        </p:nvSpPr>
        <p:spPr>
          <a:xfrm>
            <a:off x="9119123" y="2006076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A1ABC5DE-60B7-BFD9-C231-3017EB88A605}"/>
              </a:ext>
            </a:extLst>
          </p:cNvPr>
          <p:cNvSpPr/>
          <p:nvPr/>
        </p:nvSpPr>
        <p:spPr>
          <a:xfrm>
            <a:off x="9958872" y="2006075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ACF61E47-C3A1-36D0-05A8-2AA4B1BAF200}"/>
              </a:ext>
            </a:extLst>
          </p:cNvPr>
          <p:cNvSpPr/>
          <p:nvPr/>
        </p:nvSpPr>
        <p:spPr>
          <a:xfrm>
            <a:off x="9958872" y="2481942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BA537038-8669-02D3-660C-2F2EC9BBA179}"/>
              </a:ext>
            </a:extLst>
          </p:cNvPr>
          <p:cNvSpPr/>
          <p:nvPr/>
        </p:nvSpPr>
        <p:spPr>
          <a:xfrm>
            <a:off x="9958871" y="2929812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9E47C63-5B79-A6CD-DB45-116E169C73F2}"/>
              </a:ext>
            </a:extLst>
          </p:cNvPr>
          <p:cNvSpPr/>
          <p:nvPr/>
        </p:nvSpPr>
        <p:spPr>
          <a:xfrm>
            <a:off x="9958871" y="3396342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6AC32D64-D355-1FAE-28B2-A0DF51C31174}"/>
              </a:ext>
            </a:extLst>
          </p:cNvPr>
          <p:cNvSpPr/>
          <p:nvPr/>
        </p:nvSpPr>
        <p:spPr>
          <a:xfrm>
            <a:off x="9958871" y="3844214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483E69C-D782-4153-7698-CB9ECDD8553F}"/>
              </a:ext>
            </a:extLst>
          </p:cNvPr>
          <p:cNvSpPr/>
          <p:nvPr/>
        </p:nvSpPr>
        <p:spPr>
          <a:xfrm>
            <a:off x="9958871" y="4301413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4C29FBD-DDBB-F2CF-8234-491A9DEFEA0A}"/>
              </a:ext>
            </a:extLst>
          </p:cNvPr>
          <p:cNvSpPr/>
          <p:nvPr/>
        </p:nvSpPr>
        <p:spPr>
          <a:xfrm>
            <a:off x="9958871" y="4779800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8BEE4DF2-482B-B2E1-5FA1-AE2189F06FF5}"/>
              </a:ext>
            </a:extLst>
          </p:cNvPr>
          <p:cNvSpPr/>
          <p:nvPr/>
        </p:nvSpPr>
        <p:spPr>
          <a:xfrm>
            <a:off x="8280137" y="2920471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CB9D1409-1A93-0F54-B13D-895C041E9D5E}"/>
              </a:ext>
            </a:extLst>
          </p:cNvPr>
          <p:cNvSpPr/>
          <p:nvPr/>
        </p:nvSpPr>
        <p:spPr>
          <a:xfrm>
            <a:off x="9105899" y="2920471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356BD10A-32DA-36A0-14F0-64C8428272C7}"/>
              </a:ext>
            </a:extLst>
          </p:cNvPr>
          <p:cNvSpPr/>
          <p:nvPr/>
        </p:nvSpPr>
        <p:spPr>
          <a:xfrm>
            <a:off x="8304624" y="3856069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C0E42D16-377A-ADED-525F-5D2D570C49F3}"/>
              </a:ext>
            </a:extLst>
          </p:cNvPr>
          <p:cNvSpPr/>
          <p:nvPr/>
        </p:nvSpPr>
        <p:spPr>
          <a:xfrm>
            <a:off x="9130386" y="3856069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28A0BC36-480C-6121-E27D-B6B2DBF021DA}"/>
              </a:ext>
            </a:extLst>
          </p:cNvPr>
          <p:cNvSpPr/>
          <p:nvPr/>
        </p:nvSpPr>
        <p:spPr>
          <a:xfrm>
            <a:off x="8304246" y="4779800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D62EF35-2EA8-9A24-B94B-97F02EA71FBA}"/>
              </a:ext>
            </a:extLst>
          </p:cNvPr>
          <p:cNvSpPr/>
          <p:nvPr/>
        </p:nvSpPr>
        <p:spPr>
          <a:xfrm>
            <a:off x="9130008" y="4779800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011F167F-1812-C531-F115-D90BA781A070}"/>
              </a:ext>
            </a:extLst>
          </p:cNvPr>
          <p:cNvSpPr/>
          <p:nvPr/>
        </p:nvSpPr>
        <p:spPr>
          <a:xfrm>
            <a:off x="3338606" y="1107226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05746C6C-E609-B205-4E17-909D3FE14955}"/>
              </a:ext>
            </a:extLst>
          </p:cNvPr>
          <p:cNvSpPr/>
          <p:nvPr/>
        </p:nvSpPr>
        <p:spPr>
          <a:xfrm>
            <a:off x="3347936" y="1567542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5FCB30BB-DB99-442B-90AA-842E8BED61DC}"/>
              </a:ext>
            </a:extLst>
          </p:cNvPr>
          <p:cNvSpPr/>
          <p:nvPr/>
        </p:nvSpPr>
        <p:spPr>
          <a:xfrm>
            <a:off x="3352602" y="2024736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71996312-5052-0636-258C-0D0A669E54BD}"/>
              </a:ext>
            </a:extLst>
          </p:cNvPr>
          <p:cNvSpPr/>
          <p:nvPr/>
        </p:nvSpPr>
        <p:spPr>
          <a:xfrm>
            <a:off x="4172916" y="2024736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B494CE3-D5D7-15D9-A78E-1AC77DEA5DED}"/>
              </a:ext>
            </a:extLst>
          </p:cNvPr>
          <p:cNvSpPr/>
          <p:nvPr/>
        </p:nvSpPr>
        <p:spPr>
          <a:xfrm>
            <a:off x="5016558" y="2024736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90829DBB-39FE-AE3B-1A7D-481D4DAA7669}"/>
              </a:ext>
            </a:extLst>
          </p:cNvPr>
          <p:cNvSpPr/>
          <p:nvPr/>
        </p:nvSpPr>
        <p:spPr>
          <a:xfrm>
            <a:off x="5838427" y="2006067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40C26C93-EF44-8D07-F732-1FEEF4730894}"/>
              </a:ext>
            </a:extLst>
          </p:cNvPr>
          <p:cNvSpPr/>
          <p:nvPr/>
        </p:nvSpPr>
        <p:spPr>
          <a:xfrm>
            <a:off x="2533841" y="2024720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EFA83630-BDEA-3626-D245-5F049E1AAEAC}"/>
              </a:ext>
            </a:extLst>
          </p:cNvPr>
          <p:cNvSpPr/>
          <p:nvPr/>
        </p:nvSpPr>
        <p:spPr>
          <a:xfrm>
            <a:off x="1721873" y="2024713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8A4B3DD-1C06-5C94-C0A0-2CAC04C9F53D}"/>
              </a:ext>
            </a:extLst>
          </p:cNvPr>
          <p:cNvSpPr/>
          <p:nvPr/>
        </p:nvSpPr>
        <p:spPr>
          <a:xfrm>
            <a:off x="3347936" y="2491049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491EBD7F-17DC-07E9-C35E-DB9BAD711B59}"/>
              </a:ext>
            </a:extLst>
          </p:cNvPr>
          <p:cNvSpPr/>
          <p:nvPr/>
        </p:nvSpPr>
        <p:spPr>
          <a:xfrm>
            <a:off x="2534809" y="2929801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C588D048-A220-C0DB-C596-2C155D189B13}"/>
              </a:ext>
            </a:extLst>
          </p:cNvPr>
          <p:cNvSpPr/>
          <p:nvPr/>
        </p:nvSpPr>
        <p:spPr>
          <a:xfrm>
            <a:off x="1710797" y="3377669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BC3CDF59-C405-F669-2831-C92C54BD7E9F}"/>
              </a:ext>
            </a:extLst>
          </p:cNvPr>
          <p:cNvSpPr/>
          <p:nvPr/>
        </p:nvSpPr>
        <p:spPr>
          <a:xfrm>
            <a:off x="2529947" y="3377669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A5CC6233-B64E-1932-955E-64E3C70601FB}"/>
              </a:ext>
            </a:extLst>
          </p:cNvPr>
          <p:cNvSpPr/>
          <p:nvPr/>
        </p:nvSpPr>
        <p:spPr>
          <a:xfrm>
            <a:off x="2529947" y="3825541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414B3804-1106-AE9F-2278-E035C9031B5E}"/>
              </a:ext>
            </a:extLst>
          </p:cNvPr>
          <p:cNvSpPr/>
          <p:nvPr/>
        </p:nvSpPr>
        <p:spPr>
          <a:xfrm>
            <a:off x="2529947" y="4282740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9509A77D-18BC-A9A3-4A55-A0087D1EFACF}"/>
              </a:ext>
            </a:extLst>
          </p:cNvPr>
          <p:cNvSpPr/>
          <p:nvPr/>
        </p:nvSpPr>
        <p:spPr>
          <a:xfrm>
            <a:off x="2529947" y="4761127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2E55193C-9BC4-7877-4073-B48C50A4842E}"/>
              </a:ext>
            </a:extLst>
          </p:cNvPr>
          <p:cNvSpPr/>
          <p:nvPr/>
        </p:nvSpPr>
        <p:spPr>
          <a:xfrm>
            <a:off x="3334813" y="4755305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E0FB75F3-DBC6-68C2-E8D1-7C1A913EB11B}"/>
              </a:ext>
            </a:extLst>
          </p:cNvPr>
          <p:cNvSpPr/>
          <p:nvPr/>
        </p:nvSpPr>
        <p:spPr>
          <a:xfrm>
            <a:off x="5826085" y="4755305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98A04A05-586E-FF39-8529-A31F66083C91}"/>
              </a:ext>
            </a:extLst>
          </p:cNvPr>
          <p:cNvSpPr/>
          <p:nvPr/>
        </p:nvSpPr>
        <p:spPr>
          <a:xfrm>
            <a:off x="4171460" y="4755305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39882C8C-6D67-2CBA-31F5-337FCB829F3F}"/>
              </a:ext>
            </a:extLst>
          </p:cNvPr>
          <p:cNvSpPr/>
          <p:nvPr/>
        </p:nvSpPr>
        <p:spPr>
          <a:xfrm>
            <a:off x="4997222" y="4755305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0A286FCE-4201-38F9-DC53-712264EDC28B}"/>
              </a:ext>
            </a:extLst>
          </p:cNvPr>
          <p:cNvSpPr/>
          <p:nvPr/>
        </p:nvSpPr>
        <p:spPr>
          <a:xfrm>
            <a:off x="5019291" y="3832359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DB9D1DF3-C53C-7D5F-D2E2-D31F48132AB3}"/>
              </a:ext>
            </a:extLst>
          </p:cNvPr>
          <p:cNvSpPr/>
          <p:nvPr/>
        </p:nvSpPr>
        <p:spPr>
          <a:xfrm>
            <a:off x="3365044" y="3844214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C669DA10-1C20-5487-A89D-7FC6BC39095E}"/>
              </a:ext>
            </a:extLst>
          </p:cNvPr>
          <p:cNvSpPr/>
          <p:nvPr/>
        </p:nvSpPr>
        <p:spPr>
          <a:xfrm>
            <a:off x="4172144" y="3844214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D7B8608E-A052-3892-F791-BC1CB68FD116}"/>
              </a:ext>
            </a:extLst>
          </p:cNvPr>
          <p:cNvSpPr/>
          <p:nvPr/>
        </p:nvSpPr>
        <p:spPr>
          <a:xfrm>
            <a:off x="4181944" y="2920470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1F7C0BDE-539D-17B1-49C6-8C880CDD056B}"/>
              </a:ext>
            </a:extLst>
          </p:cNvPr>
          <p:cNvSpPr/>
          <p:nvPr/>
        </p:nvSpPr>
        <p:spPr>
          <a:xfrm>
            <a:off x="4177767" y="3368341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B2868450-82FB-BD7F-6420-BA12A8E788E6}"/>
              </a:ext>
            </a:extLst>
          </p:cNvPr>
          <p:cNvSpPr/>
          <p:nvPr/>
        </p:nvSpPr>
        <p:spPr>
          <a:xfrm>
            <a:off x="4168343" y="4289569"/>
            <a:ext cx="513182" cy="4571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65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5996940" y="38100"/>
            <a:ext cx="5909310" cy="69437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訓中訓：</a:t>
            </a:r>
            <a:r>
              <a:rPr lang="en-US" altLang="zh-TW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﹃</a:t>
            </a:r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自在</a:t>
            </a:r>
            <a:r>
              <a:rPr lang="en-US" altLang="zh-TW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﹄</a:t>
            </a: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外緣紛雜擾　認假隨波攪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所求貪意多　執著尋煩惱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怒哀喜樂起　轉念即超遙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自在由內修　心平和善保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寬以待眾人　正向路途朝</a:t>
            </a:r>
          </a:p>
          <a:p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修辦多少年 歷經多少事 徒兒定要有：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永不枯竭的靈性泉源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永不退縮的修辦動力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永不改變的真誠初心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永不後悔的了愿道路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885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272296" y="38100"/>
            <a:ext cx="11633954" cy="69437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光陰無聲無息演歲月　一日一年晝和夜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好景欣欣向榮花爭豔　悄然隨季易凋謝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百代人兒來往歷史寫　嚐受悲歡濃淡味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學道當體悟生命有光輝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莫成蠟燭稍亮即灰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良辰會　目光高遠效鵬展翅飛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翱遊四海善緣結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天地眾生一家親協力前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把臂共登聖賢階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勤把無形德功多積累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順逆滿懷多聲感謝　　　　（其一）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科技見聞豐富多奇炫　總說自己善分辨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低頭螢幕世界真誘眼　心靈染上各色顏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繁華雖美頃刻散如煙　積極認清定正見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內在有真我不需聚光圈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迴光長空咫尺現前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道中賢　勇敢走過崎嶇途雖險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堅韌跨越萬重巔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風雪捲起澆不熄誠信念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天恩寶筏齊動員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心中懷抱彼此樂奉獻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相互輝映感動的臉　　　　（其二）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1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　　　　　　調寄：幸福的臉</a:t>
            </a:r>
            <a:endParaRPr lang="en-US" altLang="zh-TW" sz="3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8239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88461E-8221-32BF-6240-30CF54A6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112/09/09-10</a:t>
            </a:r>
            <a:r>
              <a:rPr lang="zh-TW" altLang="en-US" dirty="0"/>
              <a:t> 講員法會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4CC9A3-D78F-E2A8-D75C-361DE55B3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哪吒師兄慈悲</a:t>
            </a:r>
          </a:p>
        </p:txBody>
      </p:sp>
    </p:spTree>
    <p:extLst>
      <p:ext uri="{BB962C8B-B14F-4D97-AF65-F5344CB8AC3E}">
        <p14:creationId xmlns:p14="http://schemas.microsoft.com/office/powerpoint/2010/main" val="157095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463689" y="331236"/>
            <a:ext cx="11264622" cy="61955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願您能做好良才於末後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發慈悲予眾生暖流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承使命樂受　勇擔且緊握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永保那初衷覺心熱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世境曲折如月圓缺合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塵世淡然悲歡隨悠悠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活出悅道精神屹立著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內性恆定不受幻雲遮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純心地為天恩盡力盡責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契諸佛能相伴左右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動盪因緣中　含德敦厚守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用至誠穩步向前走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當實踐以低心氣入生活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耕耘出不同的收穫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啊　修辦光陰　數十載春秋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智仁能轉危定風波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539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90598" y="293914"/>
            <a:ext cx="11880175" cy="62701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同修道伴親如水與舟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相乘相載互敬持恭和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枝根共生切莫分你我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相知相惜開新局先河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舉世獨醒勤喚迷途者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老老實實勿落入俗窠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松柏不因天寒凋零落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綻放生機以身示道則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勸眾莫輕錯失機緣成熟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快突破安逸的圈鎖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能漸離外誘　且漸捨執著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攜手搖慧命的法舵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念前人犧牲　為後進開拓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直掛帆今生乘浪破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　　　調寄：老情歌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0243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4827389" y="38100"/>
            <a:ext cx="7078861" cy="69437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願您能做好良才於末後　發慈悲予眾生暖流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承使命樂受　勇擔且緊握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永保那初衷覺心熱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世境曲折如月圓缺合　塵世淡然悲歡隨悠悠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活出悅道精神屹立著　內性恆定不受幻雲遮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純心地為天恩盡力盡責　契諸佛能相伴左右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動盪因緣中　含德敦厚守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用至誠穩步向前走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當實踐以低心氣入生活　耕耘出不同的收穫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啊　修辦光陰　數十載春秋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智仁能轉危定風波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同修道伴親如水與舟　相乘相載互敬持恭和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枝根共生切莫分你我　相知相惜開新局先河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舉世獨醒勤喚迷途者　老老實實勿落入俗窠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松柏不因天寒凋零落　綻放生機以身示道則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勸眾莫輕錯失機緣成熟　快突破安逸的圈鎖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能漸離外誘　且漸捨執著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攜手搖慧命的法舵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念前人犧牲　為後進開拓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直掛帆今生乘浪破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　　　　　　　　　調寄：老情歌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4630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5381525" y="94087"/>
            <a:ext cx="6832640" cy="68572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TW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學道十五要</a:t>
            </a:r>
            <a:r>
              <a:rPr lang="en-US" altLang="zh-TW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一、要不怕捨凡　困境突破　實得入聖之智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二、要不怕成見　誤解隨緣　實得忍辱之智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三、要不怕冷語　淒風猶暖　實得火候之智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四、要不怕是非　損節不辯　實得無愧之智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五、要不怕承擔　壓力砥礪　實得自強之智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六、要不怕人好　處低謙下　實得寬厚之智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七、要不怕黑鍋　吃虧喜受　實得無量之智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八、要不怕孤獨　艱辛如貽　實得堅毅之智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九、要不怕受欺　考驗無礙　實得明理之智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十、要不怕嚴諫　惡語善解　實得精進之智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十一、要不怕磨煉　委屈淡然　實得大我之智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十二、要不怕錯誤　摔跌增益　實得闊達之智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十三、要不怕無名　退隱示道　實得日月之智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十四、要不怕橫逆　拂心安定　實得祥和之智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80000"/>
              </a:lnSpc>
            </a:pPr>
            <a:r>
              <a:rPr lang="zh-TW" altLang="en-US" sz="2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十五、要不怕生死　大事平等　實得成佛之智</a:t>
            </a:r>
            <a:endParaRPr lang="en-US" altLang="zh-TW" sz="2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528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1871895" y="777"/>
            <a:ext cx="10248960" cy="68572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末後六嘆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</a:p>
          <a:p>
            <a:pPr>
              <a:lnSpc>
                <a:spcPct val="40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一、嘆修表面道　情緒為首道在後　愈考則變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40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二、嘆修人情道　假義為首天在後　罪過共犯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40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三、嘆修是非道　習性為首修在後　口業不斷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40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四、嘆修嫉妒道　嗔心為首德在後　鴆毒誇讚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40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五、嘆修安樂道　放逸為首愿在後　根基自減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400000"/>
              </a:lnSpc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六、嘆修福壽道　貪凡為首主在後　無智短見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9985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D45AD60-9E13-59F7-BD46-001BE1380E00}"/>
              </a:ext>
            </a:extLst>
          </p:cNvPr>
          <p:cNvSpPr txBox="1"/>
          <p:nvPr/>
        </p:nvSpPr>
        <p:spPr>
          <a:xfrm>
            <a:off x="0" y="752725"/>
            <a:ext cx="11562961" cy="5524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一、嘆修表面道　情緒為首道在後　愈考則變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二、嘆修人情道　假義為首天在後　罪過共犯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三、嘆修是非道　習性為首修在後　口業不斷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四、嘆修嫉妒道　嗔心為首德在後　鴆毒誇讚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五、嘆修安樂道　放逸為首愿在後　根基自減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　六、嘆修福壽道　貪凡為首主在後　無智短見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1E9EB57-F71A-6BBA-7B6F-0096ADF39606}"/>
              </a:ext>
            </a:extLst>
          </p:cNvPr>
          <p:cNvSpPr txBox="1"/>
          <p:nvPr/>
        </p:nvSpPr>
        <p:spPr>
          <a:xfrm>
            <a:off x="326572" y="167950"/>
            <a:ext cx="2435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末後六嘆</a:t>
            </a: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491068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標楷Arial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1648</Words>
  <Application>Microsoft Office PowerPoint</Application>
  <PresentationFormat>寬螢幕</PresentationFormat>
  <Paragraphs>190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6" baseType="lpstr">
      <vt:lpstr>標楷體</vt:lpstr>
      <vt:lpstr>Arial</vt:lpstr>
      <vt:lpstr>Office 佈景主題</vt:lpstr>
      <vt:lpstr>PowerPoint 簡報</vt:lpstr>
      <vt:lpstr>112/08/26-27 學界精進法會</vt:lpstr>
      <vt:lpstr>PowerPoint 簡報</vt:lpstr>
      <vt:lpstr>PowerPoint 簡報</vt:lpstr>
      <vt:lpstr>PowerPoint 簡報</vt:lpstr>
      <vt:lpstr>PowerPoint 簡報</vt:lpstr>
      <vt:lpstr>112/09/09-10 講員法會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李宗祐 LEE, TSUNG-YU</cp:lastModifiedBy>
  <cp:revision>9</cp:revision>
  <cp:lastPrinted>2023-11-15T14:03:00Z</cp:lastPrinted>
  <dcterms:created xsi:type="dcterms:W3CDTF">2023-08-29T10:51:14Z</dcterms:created>
  <dcterms:modified xsi:type="dcterms:W3CDTF">2023-11-15T14:03:06Z</dcterms:modified>
</cp:coreProperties>
</file>