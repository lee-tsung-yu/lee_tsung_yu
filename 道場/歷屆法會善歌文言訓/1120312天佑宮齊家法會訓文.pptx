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8F022A-48D2-AAA9-B1A1-3B76877A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0E6F6E-1B75-1236-5EC3-D9E93B3C2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C1BC0-D7A8-50DE-DA16-050EDA08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C7B904-E05A-4943-E200-C8CE5AE5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06450-6D3C-9888-234E-67148FD7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37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F3BEF-6268-899B-9366-A72F5014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AA585-F802-BCE3-AE7D-C57C3EEB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6DBD4A-D1CC-6543-0299-D5A1BAAF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3965C-8714-E877-9B26-2E9C0F7D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08513C-A1A2-217A-FBBB-F8EE993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72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77341-0068-B926-6079-82922046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10DE4C-6882-32A6-8CA0-7406B343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F0D17-3435-2B3B-FE2C-43C0B97A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711D7E-DE56-F552-507E-828B4135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DA3D2E-323C-BB86-A0A0-32CE8105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37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56CA1-CA3A-4EA7-6FA5-E310D92C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B79ED-B112-F93F-873C-F71B64F93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8D5162-D36C-ECCE-BC78-F52FED667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994971-82A3-346B-2C48-79F9B6C1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C48B7F-B4DE-B02C-1FD4-810BD912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31D5A2-8120-F337-70C6-A3093C19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50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76F6E-22C4-F474-EF76-44ED179B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B72CDA-34B1-BB5A-FE62-1EFB58C3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DBDDD5-37E8-74A0-EB12-E38DAEFF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A0DDFFC-0822-34DC-6A3D-8C82FCF81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1A28A9-1FB4-0CA1-E0D2-04E13E251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77EBD15-D3BC-8CE1-3FE9-2E0F2B56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461589B-AA43-69F8-66CE-506FFFB1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17FEE7-5DCF-49E6-D9BA-B05ED58C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47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0C9E5-3FD1-8BD3-E396-9CC27D5B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144BE7-D220-325D-6F37-E73336F1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9E2FA95-439B-7487-E302-233F9E82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F0D611-DEA0-B4C8-4F51-B6FFC2A1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7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2C85C46-1020-B791-9F68-6E1B845D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BEC1BF2-062E-2D26-7A83-5BD5DCF4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625AB0-44D8-65F4-7EDE-F0B8B3AC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64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179F1-B44B-7877-CD8D-E1E8D1E4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78AD6-6B09-2592-CB7D-C77788A8F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C31B41-1BA1-7356-377A-60F7E6757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565F23-010D-40E6-86B1-119472E4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579C51-B88C-62DF-9040-280D4A50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3B06DB-BDDD-8048-95B8-ECD8854A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9C41CA-58DB-1759-E315-FC5BD65B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886CD5-7823-E713-EB18-8618C2BCC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84AB31-95D5-A7EC-2D1A-18BB2C688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4116E4-38C7-C698-ACF1-FED38156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F0FA96-FF7B-A93D-EB56-DDADA0FB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379BA5-EAB1-120C-1B0C-D2578611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38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0DB0E-1C3C-C261-F292-F919CF53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BE8471-AECC-ED25-8FB3-BEC4FCB01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A843F3-0191-D774-3C96-4548089E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87687-7E9D-0822-F876-63C41A74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0D77D3-2BCD-7AC5-D3DB-940EA5C3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66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5A4B904-332D-4264-49C3-37A9BC94F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4B26CD-D4BD-1CF0-17D2-14CA063C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B0E1B3-AD5F-C473-E2AD-EE259D1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415702-A255-EA6E-685A-00DA7619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C0226F-5D08-1901-B2E4-D57EB39E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49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0B9D7A-EC43-7923-21C1-EAEAB14F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7ADB5-65D5-A3AE-42DD-0EE28DBF6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E2BC68-C300-6753-D403-954712179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C26C-36A9-4BA4-A451-E4209FC6A108}" type="datetimeFigureOut">
              <a:rPr lang="zh-TW" altLang="en-US" smtClean="0"/>
              <a:t>2023/6/4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9BF501-9566-3FB4-1A81-A14990067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C76BFE-E1D1-538D-AEBE-98A36AA00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90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3E1AA-33F0-9210-D70D-342438D3A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法會訓文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38AB3D-8E19-BE5D-18D6-F93C07DD3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天佑宮 齊家法會</a:t>
            </a:r>
            <a:endParaRPr lang="en-US" altLang="zh-TW" dirty="0"/>
          </a:p>
          <a:p>
            <a:r>
              <a:rPr lang="en-US" altLang="zh-TW" dirty="0"/>
              <a:t>2023.03.11</a:t>
            </a:r>
            <a:r>
              <a:rPr lang="zh-TW" altLang="en-US" dirty="0"/>
              <a:t>～</a:t>
            </a:r>
            <a:r>
              <a:rPr lang="en-US" altLang="zh-TW" dirty="0"/>
              <a:t>2023.03.12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728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186690" y="291387"/>
            <a:ext cx="11818620" cy="627522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一家人相聚在溫馨的時刻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分享著不管憂愁或快樂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還記得年少父母叨念著我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長大後才知是最美問候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張開翅膀飛向期待的生活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奮鬥著理想聚少而離多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每一通電話裡牽掛的囉嗦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聽到子女平安一切足夠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有親情的陪伴支持著我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有道情的關懷疼惜著我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更有同修道伴併肩往前走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齊家攜手回到溫暖天佑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要一起渡過　像水和船舟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能推進迎來天地的廣闊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您我道心同道友　共定風波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自勝是真自由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要一起突破　像綿延山丘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堅屹來自細沙石的合作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您我真心同真友　道緣長久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渡化萬家生佛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　　　　　調寄：小手拉大手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1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-90309" y="85725"/>
            <a:ext cx="12372618" cy="6858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天地無私的奉獻　猶如母愛遍人間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深憂孩子受苦受累　何曾改變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春夏秋冬多少年　慈父身影奔波連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想把最好都留給你　永無終點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生命時光不會重演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再多的今天也成了昨天　珍惜有限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知足常樂勝萬錢　展露開闊的笑顏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千萬人中結下親緣　累世相牽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兄弟姊妹同心願　互助關懷暖寒天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莫分彼此傳承綿延　齊家滿圓　（其一）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群鳥遠飛知倦歸　孤雲獨去來幾回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日夜牽掛遠行的你　父母心扉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旅經他鄉路起跌　家中有道能慰藉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曙光指引迷失的你　前人慈暉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有緣相聚萬分珍貴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共闖過末劫走真修行列　道情相隨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遍地無常速醒覺　過眼瞬減著年歲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有親提點勿再沉睡　溫馨體貼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天涯比鄰甚親切　以心印心真善美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家庭由道帶出喜悅　真誠善解　（其二）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　　　　　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		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調寄：奉獻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545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340</Words>
  <Application>Microsoft Office PowerPoint</Application>
  <PresentationFormat>寬螢幕</PresentationFormat>
  <Paragraphs>46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標楷體</vt:lpstr>
      <vt:lpstr>Arial</vt:lpstr>
      <vt:lpstr>Constantia</vt:lpstr>
      <vt:lpstr>Franklin Gothic Book</vt:lpstr>
      <vt:lpstr>Office 佈景主題</vt:lpstr>
      <vt:lpstr>法會訓文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11</cp:revision>
  <dcterms:created xsi:type="dcterms:W3CDTF">2022-08-01T13:47:13Z</dcterms:created>
  <dcterms:modified xsi:type="dcterms:W3CDTF">2023-06-04T10:31:49Z</dcterms:modified>
</cp:coreProperties>
</file>