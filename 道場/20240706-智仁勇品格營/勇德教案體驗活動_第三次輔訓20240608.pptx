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0EBA07-85A6-4AB1-8646-76DF78503C75}" type="datetimeFigureOut">
              <a:rPr lang="zh-TW" altLang="en-US" smtClean="0"/>
              <a:t>2024/6/5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06E23-C676-4961-A596-18A4EE6686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6789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51FB34-7AD3-017C-38D9-5C1BF58E3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8F50F21-1389-739C-9426-C1E795533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B9541E-FD06-CF6D-0E12-3619BDE60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2024/06/08</a:t>
            </a:r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FC5103-D204-03A9-238F-CCFCD229E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第三次輔訓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06925CD-D289-CDE0-AAE9-3836FE8FD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4380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E6DBC6-1B45-AB31-6627-94C0101C4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100A05-AB43-A99B-871A-1F4675447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54D145B-953D-1ABF-E77B-111939D7C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2024/06/08</a:t>
            </a:r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CB5960-C7DF-09E9-C578-1F18718FB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第三次輔訓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5D2957-2E53-652A-ED1D-300693C01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9618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B7DF27-640F-B9A1-4BEB-5BE467BCE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71956EB-16AD-1252-0230-36DB45944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107FAC-3F77-37E3-4908-275FCD43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2024/06/08</a:t>
            </a:r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F8D617-47E8-F3CA-8031-8462986AD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第三次輔訓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0B424B-2CA5-07D7-9D9B-F475A825C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7003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31D780-7289-CBAF-08C4-D3C61D6C3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6D62AD-6C92-21CE-8898-9CBE341C0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5AC2C08-97D9-A1D8-3154-AFC0D636D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0D78FE5-3D05-FBA2-0552-D5473FCFC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2024/06/08</a:t>
            </a:r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C8C5214-E898-A065-303F-319A083C8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第三次輔訓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AD4557D-2611-9274-6690-6E96268A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8761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C29771-7276-26DE-AE30-AF4229849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C40BDC-A4B2-C583-9BB0-1AF517E98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39A01FF-4CBB-C0E6-833A-1F10EC4FF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FFFE0A5-7F36-2707-612E-FA8BA7A10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1C3E0DB-33AB-3BBC-CA2D-0D6BA11AED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0D4AADE-EF6E-FA2D-A205-642DB988F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2024/06/08</a:t>
            </a:r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68A8A02-53E6-3646-B1EA-5D1D7492F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第三次輔訓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7C06146-28BD-BB7F-BB9B-6608A52CC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677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17EE18-635D-939C-0CCF-E9C053D2B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8796173-0A8F-C99A-B98F-8F6887D33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2024/06/08</a:t>
            </a:r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1D8B540-0E40-CFCA-C556-4474A5318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第三次輔訓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246A9F4-31F2-F950-25F1-90C8DDB56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4377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3BB5589-1BED-237D-CE51-B49396B11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2024/06/08</a:t>
            </a:r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EA3E7D7-D816-7966-3294-3E1A00A67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第三次輔訓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111F3D8-D665-DB89-5CD1-F064C3001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6079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22B622-D762-0F61-988D-760DFB21D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024C90-BBD4-468C-1737-AAE6A2B28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D13E63A-E803-7214-570A-869231FAA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0A59062-5B76-2124-E20A-9E67713D9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2024/06/08</a:t>
            </a:r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8444049-BB10-9447-3601-F1D24DF7B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第三次輔訓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CFAE7F9-77D7-33F3-0373-F21C3611F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219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4D0555-EDB8-85E5-5170-D452A5E3E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68B6737-779F-3315-59B0-35C92B8CEF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FF70148-1C82-EC93-FEE5-6416E31E2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D76508B-ED08-CF9C-010E-E27C4C007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2024/06/08</a:t>
            </a:r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255977C-F14E-7A9E-05B6-45ACB324E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第三次輔訓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BB6BC84-48CA-4A37-BB4C-1E0B40E87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1063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DF8E26-544E-763B-716C-75D6D60D9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3028A55-1AF6-49C6-99A1-4063743171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105290-3ECB-F847-8401-ED340AE8E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2024/06/08</a:t>
            </a:r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A0314C-51D8-471F-FE2C-590849927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第三次輔訓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6E0C16-8CB0-7B92-6628-27754281E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0397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9942384-6AD6-0EC7-0B4B-FB49FC9F2B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99F3DDB-0F47-82DD-2C94-7C4EC132F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6D0CF9-B0A0-D070-4C1B-9959B1D2E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2024/06/08</a:t>
            </a:r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66A92B-425A-55CA-C8E7-5A832E437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第三次輔訓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436A36-2623-5471-FD6E-2B3D4237A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457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5CB60F3-D590-1641-DD79-C5D01BFCA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900A7D0-D4A6-2AD0-20AB-3B8B25A65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B17682-8129-8AAF-9FEB-BD959A2F2B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TW"/>
              <a:t>2024/06/08</a:t>
            </a:r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514A3B-076A-B6FE-D21B-5D1098A622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4"/>
            <a:ext cx="41148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zh-TW" altLang="en-US"/>
              <a:t>第三次輔訓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038F280-273A-1191-ECFE-ABF6ED476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4"/>
            <a:ext cx="26289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C8ABB1-A24F-4C58-AE24-72D1541B64E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3155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AB72C8-331B-31E6-0AD4-B7E8864CD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42380"/>
            <a:ext cx="9144000" cy="973240"/>
          </a:xfrm>
        </p:spPr>
        <p:txBody>
          <a:bodyPr/>
          <a:lstStyle/>
          <a:p>
            <a:r>
              <a:rPr lang="zh-TW" altLang="en-US" dirty="0">
                <a:latin typeface="隨峰體" pitchFamily="2" charset="-120"/>
                <a:ea typeface="隨峰體" pitchFamily="2" charset="-120"/>
              </a:rPr>
              <a:t>勇德教案體驗活動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7DC103-63A8-C38D-65B3-277F1E80E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2024/06/08</a:t>
            </a:r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9AB6B7-99F2-1D85-81F0-FC70917D6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第三次輔訓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82EDE7-87CD-6AFE-C0EA-7E76B7F3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2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4D41498-001B-AF7C-A0DA-2ECC0F9A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2024/06/08</a:t>
            </a:r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663862E-B7DF-94B8-D18C-0AC7C34D3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第三次輔訓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68D0EB-EE60-BA60-C4A2-FAEF875CB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D4E1232-96D0-31CD-1C0B-29F732925F72}"/>
              </a:ext>
            </a:extLst>
          </p:cNvPr>
          <p:cNvSpPr txBox="1"/>
          <p:nvPr/>
        </p:nvSpPr>
        <p:spPr>
          <a:xfrm>
            <a:off x="4591664" y="206478"/>
            <a:ext cx="30086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b="1" dirty="0"/>
              <a:t>道念學習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99B1112-04C6-6184-9CBA-C7EE8499CD16}"/>
              </a:ext>
            </a:extLst>
          </p:cNvPr>
          <p:cNvSpPr txBox="1"/>
          <p:nvPr/>
        </p:nvSpPr>
        <p:spPr>
          <a:xfrm>
            <a:off x="973394" y="1455174"/>
            <a:ext cx="10078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/>
              <a:t>（</a:t>
            </a:r>
            <a:r>
              <a:rPr lang="en-US" altLang="zh-TW" sz="3200" dirty="0"/>
              <a:t>1</a:t>
            </a:r>
            <a:r>
              <a:rPr lang="zh-TW" altLang="en-US" sz="3200" dirty="0"/>
              <a:t>）「知恥近乎勇」</a:t>
            </a:r>
          </a:p>
        </p:txBody>
      </p:sp>
    </p:spTree>
    <p:extLst>
      <p:ext uri="{BB962C8B-B14F-4D97-AF65-F5344CB8AC3E}">
        <p14:creationId xmlns:p14="http://schemas.microsoft.com/office/powerpoint/2010/main" val="487629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4D41498-001B-AF7C-A0DA-2ECC0F9A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2024/06/08</a:t>
            </a:r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663862E-B7DF-94B8-D18C-0AC7C34D3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第三次輔訓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68D0EB-EE60-BA60-C4A2-FAEF875CB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D4E1232-96D0-31CD-1C0B-29F732925F72}"/>
              </a:ext>
            </a:extLst>
          </p:cNvPr>
          <p:cNvSpPr txBox="1"/>
          <p:nvPr/>
        </p:nvSpPr>
        <p:spPr>
          <a:xfrm>
            <a:off x="2934928" y="180042"/>
            <a:ext cx="63221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400" b="1" dirty="0"/>
              <a:t>挑戰一：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99B1112-04C6-6184-9CBA-C7EE8499CD16}"/>
              </a:ext>
            </a:extLst>
          </p:cNvPr>
          <p:cNvSpPr txBox="1"/>
          <p:nvPr/>
        </p:nvSpPr>
        <p:spPr>
          <a:xfrm>
            <a:off x="1056968" y="1425677"/>
            <a:ext cx="10078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/>
              <a:t>abc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635162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4D41498-001B-AF7C-A0DA-2ECC0F9A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2024/06/08</a:t>
            </a:r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663862E-B7DF-94B8-D18C-0AC7C34D3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第三次輔訓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68D0EB-EE60-BA60-C4A2-FAEF875CB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D4E1232-96D0-31CD-1C0B-29F732925F72}"/>
              </a:ext>
            </a:extLst>
          </p:cNvPr>
          <p:cNvSpPr txBox="1"/>
          <p:nvPr/>
        </p:nvSpPr>
        <p:spPr>
          <a:xfrm>
            <a:off x="2703869" y="245807"/>
            <a:ext cx="67842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400" b="1" dirty="0"/>
              <a:t>挑戰二：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99B1112-04C6-6184-9CBA-C7EE8499CD16}"/>
              </a:ext>
            </a:extLst>
          </p:cNvPr>
          <p:cNvSpPr txBox="1"/>
          <p:nvPr/>
        </p:nvSpPr>
        <p:spPr>
          <a:xfrm>
            <a:off x="1056966" y="1613118"/>
            <a:ext cx="10078064" cy="658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 err="1"/>
              <a:t>abc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82764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4D41498-001B-AF7C-A0DA-2ECC0F9A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2024/06/08</a:t>
            </a:r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663862E-B7DF-94B8-D18C-0AC7C34D3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第三次輔訓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68D0EB-EE60-BA60-C4A2-FAEF875CB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D4E1232-96D0-31CD-1C0B-29F732925F72}"/>
              </a:ext>
            </a:extLst>
          </p:cNvPr>
          <p:cNvSpPr txBox="1"/>
          <p:nvPr/>
        </p:nvSpPr>
        <p:spPr>
          <a:xfrm>
            <a:off x="2703869" y="245807"/>
            <a:ext cx="67842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400" b="1" dirty="0"/>
              <a:t>問題與討論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6C12EE1-2D2C-7E96-EC1C-2984B8222851}"/>
              </a:ext>
            </a:extLst>
          </p:cNvPr>
          <p:cNvSpPr txBox="1"/>
          <p:nvPr/>
        </p:nvSpPr>
        <p:spPr>
          <a:xfrm>
            <a:off x="1371600" y="1607704"/>
            <a:ext cx="2453640" cy="1482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3200" dirty="0"/>
              <a:t>挑戰一</a:t>
            </a:r>
            <a:endParaRPr lang="en-US" altLang="zh-TW" sz="3200" dirty="0"/>
          </a:p>
          <a:p>
            <a:pPr algn="ctr">
              <a:lnSpc>
                <a:spcPct val="150000"/>
              </a:lnSpc>
            </a:pPr>
            <a:r>
              <a:rPr lang="en-US" altLang="zh-TW" sz="3200" dirty="0"/>
              <a:t>【</a:t>
            </a:r>
            <a:r>
              <a:rPr lang="en-US" altLang="zh-TW" sz="3200" dirty="0" err="1"/>
              <a:t>abc</a:t>
            </a:r>
            <a:r>
              <a:rPr lang="en-US" altLang="zh-TW" sz="3200" dirty="0"/>
              <a:t>】</a:t>
            </a:r>
            <a:endParaRPr lang="zh-TW" altLang="en-US" sz="32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F014D29-116E-0341-047E-BAEF5446EA06}"/>
              </a:ext>
            </a:extLst>
          </p:cNvPr>
          <p:cNvSpPr txBox="1"/>
          <p:nvPr/>
        </p:nvSpPr>
        <p:spPr>
          <a:xfrm>
            <a:off x="1371600" y="4050289"/>
            <a:ext cx="2453640" cy="1482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3200" dirty="0"/>
              <a:t>挑戰二</a:t>
            </a:r>
            <a:endParaRPr lang="en-US" altLang="zh-TW" sz="3200" dirty="0"/>
          </a:p>
          <a:p>
            <a:pPr algn="ctr">
              <a:lnSpc>
                <a:spcPct val="150000"/>
              </a:lnSpc>
            </a:pPr>
            <a:r>
              <a:rPr lang="en-US" altLang="zh-TW" sz="3200" dirty="0"/>
              <a:t>【</a:t>
            </a:r>
            <a:r>
              <a:rPr lang="en-US" altLang="zh-TW" sz="3200" dirty="0" err="1"/>
              <a:t>abc</a:t>
            </a:r>
            <a:r>
              <a:rPr lang="en-US" altLang="zh-TW" sz="3200" dirty="0"/>
              <a:t>】</a:t>
            </a:r>
            <a:endParaRPr lang="zh-TW" altLang="en-US" sz="3200" dirty="0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3F49F1DE-0EDA-A118-DF94-FE568291E874}"/>
              </a:ext>
            </a:extLst>
          </p:cNvPr>
          <p:cNvCxnSpPr>
            <a:cxnSpLocks/>
          </p:cNvCxnSpPr>
          <p:nvPr/>
        </p:nvCxnSpPr>
        <p:spPr>
          <a:xfrm>
            <a:off x="4053840" y="1704972"/>
            <a:ext cx="0" cy="13849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4E6D8763-74DE-DFD0-1551-B6F6715B34A7}"/>
              </a:ext>
            </a:extLst>
          </p:cNvPr>
          <p:cNvCxnSpPr>
            <a:cxnSpLocks/>
          </p:cNvCxnSpPr>
          <p:nvPr/>
        </p:nvCxnSpPr>
        <p:spPr>
          <a:xfrm>
            <a:off x="4053840" y="3831005"/>
            <a:ext cx="0" cy="209354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5FD6B44-51D1-EC9C-C282-00B1FF795F3A}"/>
              </a:ext>
            </a:extLst>
          </p:cNvPr>
          <p:cNvSpPr txBox="1"/>
          <p:nvPr/>
        </p:nvSpPr>
        <p:spPr>
          <a:xfrm>
            <a:off x="4312921" y="1855571"/>
            <a:ext cx="72161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sz="2800" dirty="0" err="1"/>
              <a:t>abc</a:t>
            </a:r>
            <a:endParaRPr lang="zh-TW" altLang="en-US" sz="2800" dirty="0"/>
          </a:p>
          <a:p>
            <a:endParaRPr lang="zh-TW" altLang="en-US" sz="28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037009A-2F82-86B0-5CAF-4885BA50B09C}"/>
              </a:ext>
            </a:extLst>
          </p:cNvPr>
          <p:cNvSpPr txBox="1"/>
          <p:nvPr/>
        </p:nvSpPr>
        <p:spPr>
          <a:xfrm>
            <a:off x="4312921" y="3744573"/>
            <a:ext cx="77647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sz="2800" dirty="0" err="1"/>
              <a:t>abc</a:t>
            </a:r>
            <a:endParaRPr lang="zh-TW" altLang="en-US" sz="2800" dirty="0"/>
          </a:p>
          <a:p>
            <a:pPr marL="514350" indent="-514350">
              <a:buFont typeface="+mj-lt"/>
              <a:buAutoNum type="arabicPeriod"/>
            </a:pP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1752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4D41498-001B-AF7C-A0DA-2ECC0F9A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2024/06/08</a:t>
            </a:r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663862E-B7DF-94B8-D18C-0AC7C34D3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第三次輔訓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68D0EB-EE60-BA60-C4A2-FAEF875CB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D4E1232-96D0-31CD-1C0B-29F732925F72}"/>
              </a:ext>
            </a:extLst>
          </p:cNvPr>
          <p:cNvSpPr txBox="1"/>
          <p:nvPr/>
        </p:nvSpPr>
        <p:spPr>
          <a:xfrm>
            <a:off x="2703869" y="245807"/>
            <a:ext cx="67842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400" b="1" dirty="0"/>
              <a:t>結語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99B1112-04C6-6184-9CBA-C7EE8499CD16}"/>
              </a:ext>
            </a:extLst>
          </p:cNvPr>
          <p:cNvSpPr txBox="1"/>
          <p:nvPr/>
        </p:nvSpPr>
        <p:spPr>
          <a:xfrm>
            <a:off x="1056966" y="1613118"/>
            <a:ext cx="10078064" cy="662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800" dirty="0" err="1"/>
              <a:t>abc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46071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標楷體+Arial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74</Words>
  <Application>Microsoft Office PowerPoint</Application>
  <PresentationFormat>寬螢幕</PresentationFormat>
  <Paragraphs>34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隨峰體</vt:lpstr>
      <vt:lpstr>Aptos</vt:lpstr>
      <vt:lpstr>Arial</vt:lpstr>
      <vt:lpstr>Office 佈景主題</vt:lpstr>
      <vt:lpstr>勇德教案體驗活動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宗祐 李</dc:creator>
  <cp:lastModifiedBy>宗祐 李</cp:lastModifiedBy>
  <cp:revision>4</cp:revision>
  <dcterms:created xsi:type="dcterms:W3CDTF">2024-05-24T13:17:59Z</dcterms:created>
  <dcterms:modified xsi:type="dcterms:W3CDTF">2024-06-05T07:05:44Z</dcterms:modified>
</cp:coreProperties>
</file>