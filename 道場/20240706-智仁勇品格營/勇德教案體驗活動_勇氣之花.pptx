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25D613-287E-2487-6EA0-994C034771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C23B8CD-6893-26D9-B216-8393BB20C1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D391019-FEF4-1FB7-75EB-5CDF979E9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D177B-7716-4E10-A36B-AF28B6CFCD7B}" type="datetimeFigureOut">
              <a:rPr lang="zh-TW" altLang="en-US" smtClean="0"/>
              <a:t>2024/4/26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F6C7737-4227-8C57-606B-8139E2D9C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9184EF3-7BFB-ECC7-07C5-44057BAB3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0D5FB-36D8-4ED7-B039-85570D495D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4507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466E88-305D-0E66-D416-3224C1F43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A4E64B-1746-1216-40CE-94D754CA2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14DBC83-42AB-3989-1B34-0DD3075CC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D177B-7716-4E10-A36B-AF28B6CFCD7B}" type="datetimeFigureOut">
              <a:rPr lang="zh-TW" altLang="en-US" smtClean="0"/>
              <a:t>2024/4/26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F5673DE-9FE2-CBB3-C162-7F07F5748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CAD04A3-6530-00DF-B901-7C51BE1B0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0D5FB-36D8-4ED7-B039-85570D495D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6177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9B42F9-3E13-48D1-ED04-7A615F8DF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560937D-29ED-F766-1718-88DF48E62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E8515D3-21E2-878A-DC97-28E690BA0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D177B-7716-4E10-A36B-AF28B6CFCD7B}" type="datetimeFigureOut">
              <a:rPr lang="zh-TW" altLang="en-US" smtClean="0"/>
              <a:t>2024/4/26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BDF5C91-D25B-C199-4DC1-E696303C3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3D45AA6-86A4-8421-D860-91400FA58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0D5FB-36D8-4ED7-B039-85570D495D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4806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40911D-527B-AB86-BDC7-E2E4F4453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39F52B-9E60-C9EF-A29C-DE4C18C49A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0894D73-3A0A-3E5C-B5D5-E3BB7041CC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B1E3ABC-2D87-605B-A239-F7913576B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D177B-7716-4E10-A36B-AF28B6CFCD7B}" type="datetimeFigureOut">
              <a:rPr lang="zh-TW" altLang="en-US" smtClean="0"/>
              <a:t>2024/4/26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5A6A20C-EEBB-ACED-6A7C-21B55E3EE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18AC07E-CA12-EF12-077A-CA6B2BAC7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0D5FB-36D8-4ED7-B039-85570D495D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4811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D6921E-7253-FCFC-D494-59013FDBB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B92BC0C-B859-CE25-9541-B161C99F8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AA86440-C7F1-9DBA-1363-C204C4E808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2C8A21B-080A-1BE3-879B-2DE5A71F6C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45E3C75-93CB-0C45-B1EA-282D468021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D8A4E72-8D60-7E5F-85A9-4A28A5970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D177B-7716-4E10-A36B-AF28B6CFCD7B}" type="datetimeFigureOut">
              <a:rPr lang="zh-TW" altLang="en-US" smtClean="0"/>
              <a:t>2024/4/26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F704A17-C371-009B-5CED-F89E58914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04F9BCD-15A4-C40B-4D2E-45314E224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0D5FB-36D8-4ED7-B039-85570D495D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0982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5BC426-ADE0-6000-8344-F93D1E597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5D27DF2-2EA9-03C9-73DB-3867C6B06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D177B-7716-4E10-A36B-AF28B6CFCD7B}" type="datetimeFigureOut">
              <a:rPr lang="zh-TW" altLang="en-US" smtClean="0"/>
              <a:t>2024/4/26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7831F76-46DE-CF6F-B2D9-0D1D48CAA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961C705-C6EC-D2AB-86C0-4C524AC73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0D5FB-36D8-4ED7-B039-85570D495D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536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8D15142-6A0F-A41B-2B24-47B54CF35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D177B-7716-4E10-A36B-AF28B6CFCD7B}" type="datetimeFigureOut">
              <a:rPr lang="zh-TW" altLang="en-US" smtClean="0"/>
              <a:t>2024/4/26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29518A0-B332-631C-4497-00F27FB7E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900FE16-3D3A-7FE4-5607-567AF9CA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0D5FB-36D8-4ED7-B039-85570D495D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0872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67FACC-3D12-B4E7-7D94-AC4586CEB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B5B1A2-150B-2908-20D9-7FA32CD3C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223D404-1590-402D-49A8-75232C1AB2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A72B28E-B1E1-32B7-1EF0-49FA0B380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D177B-7716-4E10-A36B-AF28B6CFCD7B}" type="datetimeFigureOut">
              <a:rPr lang="zh-TW" altLang="en-US" smtClean="0"/>
              <a:t>2024/4/26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79942E1-F9EC-6127-657E-0ECA323D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6B2D074-FCCF-5580-4D43-78BA3C007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0D5FB-36D8-4ED7-B039-85570D495D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3446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3002AF-1444-DBE5-270C-FC2E9E69A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2F6FD2A-6EAB-599F-C3D6-A812321D34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114DCAD-A2E7-B1D9-D495-ACAF15BE87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230A630-D801-1419-D7D4-931B3AB5B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D177B-7716-4E10-A36B-AF28B6CFCD7B}" type="datetimeFigureOut">
              <a:rPr lang="zh-TW" altLang="en-US" smtClean="0"/>
              <a:t>2024/4/26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4C2A1AC-9542-8C3E-9E67-BF7E14E64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2AD188D-07FC-5BCF-4CF1-2F059A37B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0D5FB-36D8-4ED7-B039-85570D495D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8052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6FB829-77FE-1486-72C9-2E0538E6B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1920EF3-1BEA-B20B-B6F5-33ECB09823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E63EA09-3D66-D9AE-E32A-51B3F6B64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D177B-7716-4E10-A36B-AF28B6CFCD7B}" type="datetimeFigureOut">
              <a:rPr lang="zh-TW" altLang="en-US" smtClean="0"/>
              <a:t>2024/4/26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AE56236-4F36-FA05-2BDA-95DA7454E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F91F494-FF6B-EE43-06C8-79BCC24F6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0D5FB-36D8-4ED7-B039-85570D495D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2961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A062456-A045-9868-931D-DC4C6A7967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74D9674-E4B4-3984-7039-E16360BDFE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34ABA63-C3AD-D46C-3010-F4D8A379E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D177B-7716-4E10-A36B-AF28B6CFCD7B}" type="datetimeFigureOut">
              <a:rPr lang="zh-TW" altLang="en-US" smtClean="0"/>
              <a:t>2024/4/26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9D5BE7-BB82-048E-EDF5-FD345D6F3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1226B3B-2BA3-8FBD-05E8-B26B75924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0D5FB-36D8-4ED7-B039-85570D495D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0600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D8E43C9-EF65-B57C-C353-D7FEAEFF1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9F7F666-C1AF-DB27-EFF8-5A0620CA7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1E095A-E309-8ABF-EDF5-E99180B5C9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ED177B-7716-4E10-A36B-AF28B6CFCD7B}" type="datetimeFigureOut">
              <a:rPr lang="zh-TW" altLang="en-US" smtClean="0"/>
              <a:t>2024/4/26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9D7FA79-0A75-9B49-8D41-02E2A5B0BF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4383724-EF11-F92C-D2B6-CFCBF360F5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B0D5FB-36D8-4ED7-B039-85570D495D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7643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7BB880E4-52B8-2597-E032-11E0C243D7C6}"/>
              </a:ext>
            </a:extLst>
          </p:cNvPr>
          <p:cNvGrpSpPr/>
          <p:nvPr/>
        </p:nvGrpSpPr>
        <p:grpSpPr>
          <a:xfrm>
            <a:off x="3036000" y="218497"/>
            <a:ext cx="7867974" cy="6120000"/>
            <a:chOff x="3036000" y="218497"/>
            <a:chExt cx="7867974" cy="6120000"/>
          </a:xfrm>
        </p:grpSpPr>
        <p:sp>
          <p:nvSpPr>
            <p:cNvPr id="9" name="手繪多邊形: 圖案 8">
              <a:extLst>
                <a:ext uri="{FF2B5EF4-FFF2-40B4-BE49-F238E27FC236}">
                  <a16:creationId xmlns:a16="http://schemas.microsoft.com/office/drawing/2014/main" id="{B02AA79B-188D-82BC-D5F3-A43C2E958E30}"/>
                </a:ext>
              </a:extLst>
            </p:cNvPr>
            <p:cNvSpPr/>
            <p:nvPr/>
          </p:nvSpPr>
          <p:spPr>
            <a:xfrm>
              <a:off x="3036000" y="218497"/>
              <a:ext cx="7867974" cy="6120000"/>
            </a:xfrm>
            <a:custGeom>
              <a:avLst/>
              <a:gdLst>
                <a:gd name="connsiteX0" fmla="*/ 2707510 w 5454348"/>
                <a:gd name="connsiteY0" fmla="*/ 0 h 4965832"/>
                <a:gd name="connsiteX1" fmla="*/ 3787510 w 5454348"/>
                <a:gd name="connsiteY1" fmla="*/ 1080000 h 4965832"/>
                <a:gd name="connsiteX2" fmla="*/ 3644423 w 5454348"/>
                <a:gd name="connsiteY2" fmla="*/ 1617578 h 4965832"/>
                <a:gd name="connsiteX3" fmla="*/ 3570908 w 5454348"/>
                <a:gd name="connsiteY3" fmla="*/ 1723664 h 4965832"/>
                <a:gd name="connsiteX4" fmla="*/ 3610673 w 5454348"/>
                <a:gd name="connsiteY4" fmla="*/ 1679912 h 4965832"/>
                <a:gd name="connsiteX5" fmla="*/ 4374348 w 5454348"/>
                <a:gd name="connsiteY5" fmla="*/ 1363587 h 4965832"/>
                <a:gd name="connsiteX6" fmla="*/ 5454348 w 5454348"/>
                <a:gd name="connsiteY6" fmla="*/ 2443587 h 4965832"/>
                <a:gd name="connsiteX7" fmla="*/ 4374348 w 5454348"/>
                <a:gd name="connsiteY7" fmla="*/ 3523587 h 4965832"/>
                <a:gd name="connsiteX8" fmla="*/ 3770510 w 5454348"/>
                <a:gd name="connsiteY8" fmla="*/ 3339140 h 4965832"/>
                <a:gd name="connsiteX9" fmla="*/ 3650271 w 5454348"/>
                <a:gd name="connsiteY9" fmla="*/ 3239934 h 4965832"/>
                <a:gd name="connsiteX10" fmla="*/ 3681722 w 5454348"/>
                <a:gd name="connsiteY10" fmla="*/ 3281994 h 4965832"/>
                <a:gd name="connsiteX11" fmla="*/ 3866169 w 5454348"/>
                <a:gd name="connsiteY11" fmla="*/ 3885832 h 4965832"/>
                <a:gd name="connsiteX12" fmla="*/ 2786169 w 5454348"/>
                <a:gd name="connsiteY12" fmla="*/ 4965832 h 4965832"/>
                <a:gd name="connsiteX13" fmla="*/ 1706169 w 5454348"/>
                <a:gd name="connsiteY13" fmla="*/ 3885832 h 4965832"/>
                <a:gd name="connsiteX14" fmla="*/ 1890616 w 5454348"/>
                <a:gd name="connsiteY14" fmla="*/ 3281994 h 4965832"/>
                <a:gd name="connsiteX15" fmla="*/ 1913027 w 5454348"/>
                <a:gd name="connsiteY15" fmla="*/ 3252024 h 4965832"/>
                <a:gd name="connsiteX16" fmla="*/ 1891335 w 5454348"/>
                <a:gd name="connsiteY16" fmla="*/ 3228157 h 4965832"/>
                <a:gd name="connsiteX17" fmla="*/ 1843676 w 5454348"/>
                <a:gd name="connsiteY17" fmla="*/ 3285921 h 4965832"/>
                <a:gd name="connsiteX18" fmla="*/ 1080000 w 5454348"/>
                <a:gd name="connsiteY18" fmla="*/ 3602245 h 4965832"/>
                <a:gd name="connsiteX19" fmla="*/ 0 w 5454348"/>
                <a:gd name="connsiteY19" fmla="*/ 2522245 h 4965832"/>
                <a:gd name="connsiteX20" fmla="*/ 1080000 w 5454348"/>
                <a:gd name="connsiteY20" fmla="*/ 1442245 h 4965832"/>
                <a:gd name="connsiteX21" fmla="*/ 1843676 w 5454348"/>
                <a:gd name="connsiteY21" fmla="*/ 1758570 h 4965832"/>
                <a:gd name="connsiteX22" fmla="*/ 1891335 w 5454348"/>
                <a:gd name="connsiteY22" fmla="*/ 1816334 h 4965832"/>
                <a:gd name="connsiteX23" fmla="*/ 1905160 w 5454348"/>
                <a:gd name="connsiteY23" fmla="*/ 1801123 h 4965832"/>
                <a:gd name="connsiteX24" fmla="*/ 1874130 w 5454348"/>
                <a:gd name="connsiteY24" fmla="*/ 1766981 h 4965832"/>
                <a:gd name="connsiteX25" fmla="*/ 1627510 w 5454348"/>
                <a:gd name="connsiteY25" fmla="*/ 1080000 h 4965832"/>
                <a:gd name="connsiteX26" fmla="*/ 2707510 w 5454348"/>
                <a:gd name="connsiteY26" fmla="*/ 0 h 496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454348" h="4965832">
                  <a:moveTo>
                    <a:pt x="2707510" y="0"/>
                  </a:moveTo>
                  <a:cubicBezTo>
                    <a:pt x="3303978" y="0"/>
                    <a:pt x="3787510" y="483532"/>
                    <a:pt x="3787510" y="1080000"/>
                  </a:cubicBezTo>
                  <a:cubicBezTo>
                    <a:pt x="3787510" y="1275716"/>
                    <a:pt x="3735450" y="1459273"/>
                    <a:pt x="3644423" y="1617578"/>
                  </a:cubicBezTo>
                  <a:lnTo>
                    <a:pt x="3570908" y="1723664"/>
                  </a:lnTo>
                  <a:lnTo>
                    <a:pt x="3610673" y="1679912"/>
                  </a:lnTo>
                  <a:cubicBezTo>
                    <a:pt x="3806114" y="1484470"/>
                    <a:pt x="4076114" y="1363587"/>
                    <a:pt x="4374348" y="1363587"/>
                  </a:cubicBezTo>
                  <a:cubicBezTo>
                    <a:pt x="4970816" y="1363587"/>
                    <a:pt x="5454348" y="1847119"/>
                    <a:pt x="5454348" y="2443587"/>
                  </a:cubicBezTo>
                  <a:cubicBezTo>
                    <a:pt x="5454348" y="3040055"/>
                    <a:pt x="4970816" y="3523587"/>
                    <a:pt x="4374348" y="3523587"/>
                  </a:cubicBezTo>
                  <a:cubicBezTo>
                    <a:pt x="4150673" y="3523587"/>
                    <a:pt x="3942879" y="3455591"/>
                    <a:pt x="3770510" y="3339140"/>
                  </a:cubicBezTo>
                  <a:lnTo>
                    <a:pt x="3650271" y="3239934"/>
                  </a:lnTo>
                  <a:lnTo>
                    <a:pt x="3681722" y="3281994"/>
                  </a:lnTo>
                  <a:cubicBezTo>
                    <a:pt x="3798173" y="3454363"/>
                    <a:pt x="3866169" y="3662157"/>
                    <a:pt x="3866169" y="3885832"/>
                  </a:cubicBezTo>
                  <a:cubicBezTo>
                    <a:pt x="3866169" y="4482300"/>
                    <a:pt x="3382637" y="4965832"/>
                    <a:pt x="2786169" y="4965832"/>
                  </a:cubicBezTo>
                  <a:cubicBezTo>
                    <a:pt x="2189701" y="4965832"/>
                    <a:pt x="1706169" y="4482300"/>
                    <a:pt x="1706169" y="3885832"/>
                  </a:cubicBezTo>
                  <a:cubicBezTo>
                    <a:pt x="1706169" y="3662157"/>
                    <a:pt x="1774166" y="3454363"/>
                    <a:pt x="1890616" y="3281994"/>
                  </a:cubicBezTo>
                  <a:lnTo>
                    <a:pt x="1913027" y="3252024"/>
                  </a:lnTo>
                  <a:lnTo>
                    <a:pt x="1891335" y="3228157"/>
                  </a:lnTo>
                  <a:lnTo>
                    <a:pt x="1843676" y="3285921"/>
                  </a:lnTo>
                  <a:cubicBezTo>
                    <a:pt x="1648234" y="3481362"/>
                    <a:pt x="1378234" y="3602245"/>
                    <a:pt x="1080000" y="3602245"/>
                  </a:cubicBezTo>
                  <a:cubicBezTo>
                    <a:pt x="483532" y="3602245"/>
                    <a:pt x="0" y="3118713"/>
                    <a:pt x="0" y="2522245"/>
                  </a:cubicBezTo>
                  <a:cubicBezTo>
                    <a:pt x="0" y="1925777"/>
                    <a:pt x="483532" y="1442245"/>
                    <a:pt x="1080000" y="1442245"/>
                  </a:cubicBezTo>
                  <a:cubicBezTo>
                    <a:pt x="1378234" y="1442245"/>
                    <a:pt x="1648234" y="1563128"/>
                    <a:pt x="1843676" y="1758570"/>
                  </a:cubicBezTo>
                  <a:lnTo>
                    <a:pt x="1891335" y="1816334"/>
                  </a:lnTo>
                  <a:lnTo>
                    <a:pt x="1905160" y="1801123"/>
                  </a:lnTo>
                  <a:lnTo>
                    <a:pt x="1874130" y="1766981"/>
                  </a:lnTo>
                  <a:cubicBezTo>
                    <a:pt x="1720061" y="1580293"/>
                    <a:pt x="1627510" y="1340955"/>
                    <a:pt x="1627510" y="1080000"/>
                  </a:cubicBezTo>
                  <a:cubicBezTo>
                    <a:pt x="1627510" y="483532"/>
                    <a:pt x="2111042" y="0"/>
                    <a:pt x="2707510" y="0"/>
                  </a:cubicBezTo>
                  <a:close/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A1954288-6404-A72B-2401-6D9B6B2EAEB7}"/>
                </a:ext>
              </a:extLst>
            </p:cNvPr>
            <p:cNvSpPr/>
            <p:nvPr/>
          </p:nvSpPr>
          <p:spPr>
            <a:xfrm>
              <a:off x="5889986" y="2198497"/>
              <a:ext cx="2408439" cy="2160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DCCDEE73-A3A1-772F-E0BD-15CE4EA9536C}"/>
                </a:ext>
              </a:extLst>
            </p:cNvPr>
            <p:cNvSpPr txBox="1"/>
            <p:nvPr/>
          </p:nvSpPr>
          <p:spPr>
            <a:xfrm>
              <a:off x="6443961" y="218497"/>
              <a:ext cx="10520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000" dirty="0"/>
                <a:t>朋友</a:t>
              </a: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3D57E88E-AAE1-32DE-6286-E77D8DA9918A}"/>
                </a:ext>
              </a:extLst>
            </p:cNvPr>
            <p:cNvSpPr txBox="1"/>
            <p:nvPr/>
          </p:nvSpPr>
          <p:spPr>
            <a:xfrm>
              <a:off x="8950955" y="1998442"/>
              <a:ext cx="10520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000" dirty="0"/>
                <a:t>父母</a:t>
              </a:r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C2BD7315-AC9B-F668-9013-1DA4B59E65AF}"/>
                </a:ext>
              </a:extLst>
            </p:cNvPr>
            <p:cNvSpPr txBox="1"/>
            <p:nvPr/>
          </p:nvSpPr>
          <p:spPr>
            <a:xfrm>
              <a:off x="6551884" y="5813358"/>
              <a:ext cx="10520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000" dirty="0"/>
                <a:t>同學</a:t>
              </a:r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A106FA48-C9CB-6BC5-EDD3-C7500E817264}"/>
                </a:ext>
              </a:extLst>
            </p:cNvPr>
            <p:cNvSpPr txBox="1"/>
            <p:nvPr/>
          </p:nvSpPr>
          <p:spPr>
            <a:xfrm>
              <a:off x="3850510" y="1998442"/>
              <a:ext cx="12249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000" dirty="0"/>
                <a:t>兄弟姊妹</a:t>
              </a:r>
            </a:p>
          </p:txBody>
        </p:sp>
      </p:grp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998EAFD-CC27-032C-D33C-57D5F2AF6F54}"/>
              </a:ext>
            </a:extLst>
          </p:cNvPr>
          <p:cNvSpPr txBox="1"/>
          <p:nvPr/>
        </p:nvSpPr>
        <p:spPr>
          <a:xfrm>
            <a:off x="6169973" y="2986109"/>
            <a:ext cx="18484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dirty="0">
                <a:latin typeface="華康正顏楷體W5(P)" panose="03000500000000000000" pitchFamily="66" charset="-120"/>
                <a:ea typeface="華康正顏楷體W5(P)" panose="03000500000000000000" pitchFamily="66" charset="-120"/>
              </a:rPr>
              <a:t>勇氣之花</a:t>
            </a:r>
          </a:p>
        </p:txBody>
      </p:sp>
    </p:spTree>
    <p:extLst>
      <p:ext uri="{BB962C8B-B14F-4D97-AF65-F5344CB8AC3E}">
        <p14:creationId xmlns:p14="http://schemas.microsoft.com/office/powerpoint/2010/main" val="2094622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標楷體Times New Roman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</Words>
  <Application>Microsoft Office PowerPoint</Application>
  <PresentationFormat>寬螢幕</PresentationFormat>
  <Paragraphs>5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華康正顏楷體W5(P)</vt:lpstr>
      <vt:lpstr>Arial</vt:lpstr>
      <vt:lpstr>Times New Roman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李宗祐</dc:creator>
  <cp:lastModifiedBy>李宗祐</cp:lastModifiedBy>
  <cp:revision>1</cp:revision>
  <dcterms:created xsi:type="dcterms:W3CDTF">2024-04-26T13:07:12Z</dcterms:created>
  <dcterms:modified xsi:type="dcterms:W3CDTF">2024-04-26T13:32:32Z</dcterms:modified>
</cp:coreProperties>
</file>