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9" autoAdjust="0"/>
    <p:restoredTop sz="94660"/>
  </p:normalViewPr>
  <p:slideViewPr>
    <p:cSldViewPr snapToGrid="0">
      <p:cViewPr varScale="1">
        <p:scale>
          <a:sx n="57" d="100"/>
          <a:sy n="57" d="100"/>
        </p:scale>
        <p:origin x="24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00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39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02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940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71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168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702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31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67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561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68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E7876-B635-4DE6-89AD-C351AD20B23B}" type="datetimeFigureOut">
              <a:rPr lang="zh-TW" altLang="en-US" smtClean="0"/>
              <a:t>2023/6/21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1BA9F-CA68-4225-8606-3A9308AC37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97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107CD0-4D0C-482B-4BA1-58B08010B779}"/>
              </a:ext>
            </a:extLst>
          </p:cNvPr>
          <p:cNvSpPr txBox="1"/>
          <p:nvPr/>
        </p:nvSpPr>
        <p:spPr>
          <a:xfrm>
            <a:off x="197346" y="597961"/>
            <a:ext cx="6463308" cy="82791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2800" dirty="0"/>
              <a:t>「向上走」的人，會有一個共通點：</a:t>
            </a:r>
            <a:endParaRPr lang="en-US" altLang="zh-TW" sz="2800" dirty="0"/>
          </a:p>
          <a:p>
            <a:r>
              <a:rPr lang="zh-TW" altLang="en-US" sz="2800" dirty="0"/>
              <a:t>精神百倍，笑容滿面；</a:t>
            </a:r>
            <a:endParaRPr lang="en-US" altLang="zh-TW" sz="2800" dirty="0"/>
          </a:p>
          <a:p>
            <a:r>
              <a:rPr lang="zh-TW" altLang="en-US" sz="2800" dirty="0"/>
              <a:t>不責人小過、不發人陰私；</a:t>
            </a:r>
            <a:endParaRPr lang="en-US" altLang="zh-TW" sz="2800" dirty="0"/>
          </a:p>
          <a:p>
            <a:r>
              <a:rPr lang="zh-TW" altLang="en-US" sz="2800" dirty="0"/>
              <a:t>走到何處，只要有這個人在，</a:t>
            </a:r>
            <a:endParaRPr lang="en-US" altLang="zh-TW" sz="2800" dirty="0"/>
          </a:p>
          <a:p>
            <a:r>
              <a:rPr lang="zh-TW" altLang="en-US" sz="2800" dirty="0"/>
              <a:t>就充滿了善的暖流。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修道以「明理為本」，</a:t>
            </a:r>
            <a:endParaRPr lang="en-US" altLang="zh-TW" sz="2800" dirty="0"/>
          </a:p>
          <a:p>
            <a:r>
              <a:rPr lang="zh-TW" altLang="en-US" sz="2800" dirty="0"/>
              <a:t>明理的人是「處於謙下」。</a:t>
            </a:r>
            <a:endParaRPr lang="en-US" altLang="zh-TW" sz="2800" dirty="0"/>
          </a:p>
          <a:p>
            <a:r>
              <a:rPr lang="zh-TW" altLang="en-US" sz="2800" dirty="0"/>
              <a:t>謙下的人，才能看到眾生正在受苦，</a:t>
            </a:r>
            <a:endParaRPr lang="en-US" altLang="zh-TW" sz="2800" dirty="0"/>
          </a:p>
          <a:p>
            <a:r>
              <a:rPr lang="zh-TW" altLang="en-US" sz="2800" dirty="0"/>
              <a:t>能看到眾生受苦的人，本性是慈悲的，</a:t>
            </a:r>
            <a:endParaRPr lang="en-US" altLang="zh-TW" sz="2800" dirty="0"/>
          </a:p>
          <a:p>
            <a:r>
              <a:rPr lang="zh-TW" altLang="en-US" sz="2800" dirty="0"/>
              <a:t>因為惻隱之心是不需透過思想就會出手幫助了。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不要因為眼前的得失，就失去了心中的正尺、道之尺、正氣之力。</a:t>
            </a:r>
            <a:endParaRPr lang="en-US" altLang="zh-TW" sz="2800" dirty="0"/>
          </a:p>
          <a:p>
            <a:r>
              <a:rPr lang="zh-TW" altLang="en-US" sz="2800" dirty="0"/>
              <a:t>當要：為上下補圓；為上下提升；</a:t>
            </a:r>
            <a:endParaRPr lang="en-US" altLang="zh-TW" sz="2800" dirty="0"/>
          </a:p>
          <a:p>
            <a:r>
              <a:rPr lang="zh-TW" altLang="en-US" sz="2800" dirty="0"/>
              <a:t>為上下接軌；為上下捨我其誰。</a:t>
            </a:r>
            <a:endParaRPr lang="en-US" altLang="zh-TW" sz="2800" dirty="0"/>
          </a:p>
          <a:p>
            <a:r>
              <a:rPr lang="zh-TW" altLang="en-US" sz="2800" dirty="0"/>
              <a:t>並且遠矚高瞻，用一生長遠的修辦意義，</a:t>
            </a:r>
            <a:endParaRPr lang="en-US" altLang="zh-TW" sz="2800" dirty="0"/>
          </a:p>
          <a:p>
            <a:r>
              <a:rPr lang="zh-TW" altLang="en-US" sz="2800" dirty="0"/>
              <a:t>來為此時奮力盡心。</a:t>
            </a:r>
          </a:p>
        </p:txBody>
      </p:sp>
    </p:spTree>
    <p:extLst>
      <p:ext uri="{BB962C8B-B14F-4D97-AF65-F5344CB8AC3E}">
        <p14:creationId xmlns:p14="http://schemas.microsoft.com/office/powerpoint/2010/main" val="19503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107CD0-4D0C-482B-4BA1-58B08010B779}"/>
              </a:ext>
            </a:extLst>
          </p:cNvPr>
          <p:cNvSpPr txBox="1"/>
          <p:nvPr/>
        </p:nvSpPr>
        <p:spPr>
          <a:xfrm>
            <a:off x="1643896" y="381000"/>
            <a:ext cx="3570208" cy="9144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400" dirty="0"/>
              <a:t>「耐處的人」是：</a:t>
            </a:r>
            <a:endParaRPr lang="en-US" altLang="zh-TW" sz="4400" dirty="0"/>
          </a:p>
          <a:p>
            <a:r>
              <a:rPr lang="zh-TW" altLang="en-US" sz="4400" dirty="0"/>
              <a:t>愈修，愈讓人覺得渾身都是道的力量。</a:t>
            </a:r>
            <a:endParaRPr lang="en-US" altLang="zh-TW" sz="4400" dirty="0"/>
          </a:p>
          <a:p>
            <a:r>
              <a:rPr lang="zh-TW" altLang="en-US" sz="4400" dirty="0"/>
              <a:t>看到你就想要修道；</a:t>
            </a:r>
            <a:endParaRPr lang="en-US" altLang="zh-TW" sz="4400" dirty="0"/>
          </a:p>
          <a:p>
            <a:r>
              <a:rPr lang="zh-TW" altLang="en-US" sz="4400" dirty="0"/>
              <a:t>看到你什麼辛苦都沒了；</a:t>
            </a:r>
            <a:endParaRPr lang="en-US" altLang="zh-TW" sz="4400" dirty="0"/>
          </a:p>
          <a:p>
            <a:r>
              <a:rPr lang="zh-TW" altLang="en-US" sz="4400" dirty="0"/>
              <a:t>看到你就歡喜；看到你就圓滿。</a:t>
            </a:r>
          </a:p>
        </p:txBody>
      </p:sp>
    </p:spTree>
    <p:extLst>
      <p:ext uri="{BB962C8B-B14F-4D97-AF65-F5344CB8AC3E}">
        <p14:creationId xmlns:p14="http://schemas.microsoft.com/office/powerpoint/2010/main" val="293342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107CD0-4D0C-482B-4BA1-58B08010B779}"/>
              </a:ext>
            </a:extLst>
          </p:cNvPr>
          <p:cNvSpPr txBox="1"/>
          <p:nvPr/>
        </p:nvSpPr>
        <p:spPr>
          <a:xfrm>
            <a:off x="-1" y="268941"/>
            <a:ext cx="6858001" cy="91409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2800" dirty="0"/>
              <a:t>道場要和諧就不可以挑撥離間，破和合僧，</a:t>
            </a:r>
            <a:endParaRPr lang="en-US" altLang="zh-TW" sz="2800" dirty="0"/>
          </a:p>
          <a:p>
            <a:r>
              <a:rPr lang="zh-TW" altLang="en-US" sz="2800" dirty="0"/>
              <a:t>莫言世間無因果，果若成熟還自受。</a:t>
            </a:r>
            <a:endParaRPr lang="en-US" altLang="zh-TW" sz="2800" dirty="0"/>
          </a:p>
          <a:p>
            <a:r>
              <a:rPr lang="zh-TW" altLang="en-US" sz="2800" dirty="0"/>
              <a:t>謹言、慎言、三思而後言，</a:t>
            </a:r>
            <a:endParaRPr lang="en-US" altLang="zh-TW" sz="2800" dirty="0"/>
          </a:p>
          <a:p>
            <a:r>
              <a:rPr lang="zh-TW" altLang="en-US" sz="2800" dirty="0"/>
              <a:t>言不可行則弗言，</a:t>
            </a:r>
            <a:endParaRPr lang="en-US" altLang="zh-TW" sz="2800" dirty="0"/>
          </a:p>
          <a:p>
            <a:r>
              <a:rPr lang="zh-TW" altLang="en-US" sz="2800" dirty="0"/>
              <a:t>不祥之實，蔽賢者當之。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「修道的共識」有什麼呢？</a:t>
            </a:r>
            <a:endParaRPr lang="en-US" altLang="zh-TW" sz="2800" dirty="0"/>
          </a:p>
          <a:p>
            <a:r>
              <a:rPr lang="zh-TW" altLang="en-US" sz="2800" dirty="0"/>
              <a:t>只可以上升，不可以下降；</a:t>
            </a:r>
            <a:endParaRPr lang="en-US" altLang="zh-TW" sz="2800" dirty="0"/>
          </a:p>
          <a:p>
            <a:r>
              <a:rPr lang="zh-TW" altLang="en-US" sz="2800" dirty="0"/>
              <a:t>只可以謙虛，不可以驕慢；</a:t>
            </a:r>
            <a:endParaRPr lang="en-US" altLang="zh-TW" sz="2800" dirty="0"/>
          </a:p>
          <a:p>
            <a:r>
              <a:rPr lang="zh-TW" altLang="en-US" sz="2800" dirty="0"/>
              <a:t>只可以為眾，不能夠為己；</a:t>
            </a:r>
            <a:endParaRPr lang="en-US" altLang="zh-TW" sz="2800" dirty="0"/>
          </a:p>
          <a:p>
            <a:r>
              <a:rPr lang="zh-TW" altLang="en-US" sz="2800" dirty="0"/>
              <a:t>只可以勤奮，不可以懈怠。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人與人之間一起學習，一起來護持著道場，</a:t>
            </a:r>
            <a:endParaRPr lang="en-US" altLang="zh-TW" sz="2800" dirty="0"/>
          </a:p>
          <a:p>
            <a:r>
              <a:rPr lang="zh-TW" altLang="en-US" sz="2800" dirty="0"/>
              <a:t>別忘了愈熟絡愈要「守」。</a:t>
            </a:r>
            <a:endParaRPr lang="en-US" altLang="zh-TW" sz="2800" dirty="0"/>
          </a:p>
          <a:p>
            <a:r>
              <a:rPr lang="zh-TW" altLang="en-US" sz="2800" dirty="0"/>
              <a:t>守禮、守讓、守份，還有守規，</a:t>
            </a:r>
            <a:endParaRPr lang="en-US" altLang="zh-TW" sz="2800" dirty="0"/>
          </a:p>
          <a:p>
            <a:r>
              <a:rPr lang="zh-TW" altLang="en-US" sz="2800" dirty="0"/>
              <a:t>若是人不守，就會「散」，</a:t>
            </a:r>
            <a:endParaRPr lang="en-US" altLang="zh-TW" sz="2800" dirty="0"/>
          </a:p>
          <a:p>
            <a:r>
              <a:rPr lang="zh-TW" altLang="en-US" sz="2800" dirty="0"/>
              <a:t>人氣散、功德散，連自己的道心也會散。</a:t>
            </a:r>
            <a:endParaRPr lang="en-US" altLang="zh-TW" sz="2800" dirty="0"/>
          </a:p>
          <a:p>
            <a:r>
              <a:rPr lang="zh-TW" altLang="en-US" sz="2800" dirty="0"/>
              <a:t>若人能守，則能聚，聚人緣、眾生緣、聚佛緣，</a:t>
            </a:r>
            <a:endParaRPr lang="en-US" altLang="zh-TW" sz="2800" dirty="0"/>
          </a:p>
          <a:p>
            <a:r>
              <a:rPr lang="zh-TW" altLang="en-US" sz="2800" dirty="0"/>
              <a:t>若不守，唯有「考」，</a:t>
            </a:r>
            <a:endParaRPr lang="en-US" altLang="zh-TW" sz="2800" dirty="0"/>
          </a:p>
          <a:p>
            <a:r>
              <a:rPr lang="zh-TW" altLang="en-US" sz="2800" dirty="0"/>
              <a:t>考不會散，會聚到身旁來！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29480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107CD0-4D0C-482B-4BA1-58B08010B779}"/>
              </a:ext>
            </a:extLst>
          </p:cNvPr>
          <p:cNvSpPr txBox="1"/>
          <p:nvPr/>
        </p:nvSpPr>
        <p:spPr>
          <a:xfrm>
            <a:off x="1643896" y="381000"/>
            <a:ext cx="3570208" cy="9144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400" dirty="0"/>
              <a:t>什麼叫「真功」呢？</a:t>
            </a:r>
            <a:endParaRPr lang="en-US" altLang="zh-TW" sz="4400" dirty="0"/>
          </a:p>
          <a:p>
            <a:r>
              <a:rPr lang="zh-TW" altLang="en-US" sz="4400" dirty="0"/>
              <a:t>默默在不為人知的地方，</a:t>
            </a:r>
            <a:endParaRPr lang="en-US" altLang="zh-TW" sz="4400" dirty="0"/>
          </a:p>
          <a:p>
            <a:r>
              <a:rPr lang="zh-TW" altLang="en-US" sz="4400" dirty="0"/>
              <a:t>做多一點事；默默在眾人背後，</a:t>
            </a:r>
            <a:endParaRPr lang="en-US" altLang="zh-TW" sz="4400" dirty="0"/>
          </a:p>
          <a:p>
            <a:r>
              <a:rPr lang="zh-TW" altLang="en-US" sz="4400" dirty="0"/>
              <a:t>推一把助力；什麼都默默地做，</a:t>
            </a:r>
            <a:endParaRPr lang="en-US" altLang="zh-TW" sz="4400" dirty="0"/>
          </a:p>
          <a:p>
            <a:r>
              <a:rPr lang="zh-TW" altLang="en-US" sz="4400" dirty="0"/>
              <a:t>什麼也都會默默地收。</a:t>
            </a:r>
          </a:p>
        </p:txBody>
      </p:sp>
    </p:spTree>
    <p:extLst>
      <p:ext uri="{BB962C8B-B14F-4D97-AF65-F5344CB8AC3E}">
        <p14:creationId xmlns:p14="http://schemas.microsoft.com/office/powerpoint/2010/main" val="301960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107CD0-4D0C-482B-4BA1-58B08010B779}"/>
              </a:ext>
            </a:extLst>
          </p:cNvPr>
          <p:cNvSpPr txBox="1"/>
          <p:nvPr/>
        </p:nvSpPr>
        <p:spPr>
          <a:xfrm>
            <a:off x="1643896" y="381000"/>
            <a:ext cx="3570208" cy="9144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400" dirty="0"/>
              <a:t>修己以「清心」為要；</a:t>
            </a:r>
            <a:endParaRPr lang="en-US" altLang="zh-TW" sz="4400" dirty="0"/>
          </a:p>
          <a:p>
            <a:r>
              <a:rPr lang="zh-TW" altLang="en-US" sz="4400" dirty="0"/>
              <a:t>處世以「慎言」為首。</a:t>
            </a:r>
            <a:endParaRPr lang="en-US" altLang="zh-TW" sz="4400" dirty="0"/>
          </a:p>
          <a:p>
            <a:r>
              <a:rPr lang="zh-TW" altLang="en-US" sz="4400" dirty="0"/>
              <a:t>話不可以亂說，心不可以混濁，</a:t>
            </a:r>
            <a:endParaRPr lang="en-US" altLang="zh-TW" sz="4400" dirty="0"/>
          </a:p>
          <a:p>
            <a:r>
              <a:rPr lang="zh-TW" altLang="en-US" sz="4400" dirty="0"/>
              <a:t>當遇到不平時｜山不平，水平；</a:t>
            </a:r>
            <a:endParaRPr lang="en-US" altLang="zh-TW" sz="4400" dirty="0"/>
          </a:p>
          <a:p>
            <a:r>
              <a:rPr lang="zh-TW" altLang="en-US" sz="4400" dirty="0"/>
              <a:t>人不平，天平。</a:t>
            </a:r>
          </a:p>
        </p:txBody>
      </p:sp>
    </p:spTree>
    <p:extLst>
      <p:ext uri="{BB962C8B-B14F-4D97-AF65-F5344CB8AC3E}">
        <p14:creationId xmlns:p14="http://schemas.microsoft.com/office/powerpoint/2010/main" val="172873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107CD0-4D0C-482B-4BA1-58B08010B779}"/>
              </a:ext>
            </a:extLst>
          </p:cNvPr>
          <p:cNvSpPr txBox="1"/>
          <p:nvPr/>
        </p:nvSpPr>
        <p:spPr>
          <a:xfrm>
            <a:off x="1490007" y="1559859"/>
            <a:ext cx="3877985" cy="576878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4000" dirty="0"/>
              <a:t>修道是要為自己打分數，</a:t>
            </a:r>
            <a:endParaRPr lang="en-US" altLang="zh-TW" sz="4000" dirty="0"/>
          </a:p>
          <a:p>
            <a:r>
              <a:rPr lang="zh-TW" altLang="en-US" sz="4000" dirty="0"/>
              <a:t>而不是為別人打分數。</a:t>
            </a:r>
            <a:endParaRPr lang="en-US" altLang="zh-TW" sz="4000" dirty="0"/>
          </a:p>
          <a:p>
            <a:r>
              <a:rPr lang="zh-TW" altLang="en-US" sz="4000" dirty="0"/>
              <a:t>懂得管理自己的人，</a:t>
            </a:r>
            <a:endParaRPr lang="en-US" altLang="zh-TW" sz="4000" dirty="0"/>
          </a:p>
          <a:p>
            <a:r>
              <a:rPr lang="zh-TW" altLang="en-US" sz="4000" dirty="0"/>
              <a:t>會注意自己的起心動念，</a:t>
            </a:r>
            <a:endParaRPr lang="en-US" altLang="zh-TW" sz="4000" dirty="0"/>
          </a:p>
          <a:p>
            <a:r>
              <a:rPr lang="zh-TW" altLang="en-US" sz="4000" dirty="0"/>
              <a:t>每一個動念之中，</a:t>
            </a:r>
            <a:endParaRPr lang="en-US" altLang="zh-TW" sz="4000" dirty="0"/>
          </a:p>
          <a:p>
            <a:r>
              <a:rPr lang="zh-TW" altLang="en-US" sz="4000" dirty="0"/>
              <a:t>都有著修道的力量。</a:t>
            </a:r>
          </a:p>
        </p:txBody>
      </p:sp>
    </p:spTree>
    <p:extLst>
      <p:ext uri="{BB962C8B-B14F-4D97-AF65-F5344CB8AC3E}">
        <p14:creationId xmlns:p14="http://schemas.microsoft.com/office/powerpoint/2010/main" val="277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標楷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73</TotalTime>
  <Words>534</Words>
  <Application>Microsoft Office PowerPoint</Application>
  <PresentationFormat>A4 紙張 (210x297 公釐)</PresentationFormat>
  <Paragraphs>58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8" baseType="lpstr"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2</cp:revision>
  <dcterms:created xsi:type="dcterms:W3CDTF">2023-06-21T11:56:11Z</dcterms:created>
  <dcterms:modified xsi:type="dcterms:W3CDTF">2023-06-21T13:17:27Z</dcterms:modified>
</cp:coreProperties>
</file>