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6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62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95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95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57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753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52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055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82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239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88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34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34A5F-9107-4DB9-94B6-4CA39F9C163A}" type="datetimeFigureOut">
              <a:rPr lang="zh-TW" altLang="en-US" smtClean="0"/>
              <a:t>2023/6/30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B7951-584B-44D7-A6D8-934356141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1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E4ABD9-984E-4229-7B92-41CC46C79426}"/>
              </a:ext>
            </a:extLst>
          </p:cNvPr>
          <p:cNvSpPr txBox="1"/>
          <p:nvPr/>
        </p:nvSpPr>
        <p:spPr>
          <a:xfrm rot="10800000" flipH="1" flipV="1">
            <a:off x="368030" y="474851"/>
            <a:ext cx="612194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000" dirty="0"/>
              <a:t>第一小隊 隊呼</a:t>
            </a:r>
            <a:endParaRPr lang="en-US" altLang="zh-TW" sz="6000" dirty="0"/>
          </a:p>
          <a:p>
            <a:pPr algn="ctr"/>
            <a:endParaRPr lang="zh-TW" altLang="en-US" sz="3200" dirty="0"/>
          </a:p>
          <a:p>
            <a:pPr algn="ctr"/>
            <a:r>
              <a:rPr lang="zh-TW" altLang="en-US" sz="6000" dirty="0"/>
              <a:t>體親體親我最行</a:t>
            </a:r>
          </a:p>
          <a:p>
            <a:pPr algn="ctr"/>
            <a:r>
              <a:rPr lang="zh-TW" altLang="en-US" sz="6000" dirty="0"/>
              <a:t>貼心溫暖父母心</a:t>
            </a:r>
          </a:p>
          <a:p>
            <a:pPr algn="ctr"/>
            <a:r>
              <a:rPr lang="zh-TW" altLang="en-US" sz="6000" dirty="0"/>
              <a:t>體親體親我最行</a:t>
            </a:r>
          </a:p>
          <a:p>
            <a:pPr algn="ctr"/>
            <a:r>
              <a:rPr lang="zh-TW" altLang="en-US" sz="6000" dirty="0"/>
              <a:t>道場大家一家親</a:t>
            </a:r>
          </a:p>
          <a:p>
            <a:pPr algn="ctr"/>
            <a:r>
              <a:rPr lang="zh-TW" altLang="en-US" sz="6000" dirty="0"/>
              <a:t>常來道場多學習</a:t>
            </a:r>
          </a:p>
          <a:p>
            <a:pPr algn="ctr"/>
            <a:r>
              <a:rPr lang="zh-TW" altLang="en-US" sz="6000" dirty="0"/>
              <a:t>讓你天天都開心</a:t>
            </a:r>
          </a:p>
          <a:p>
            <a:pPr algn="ctr"/>
            <a:r>
              <a:rPr lang="zh-TW" altLang="en-US" sz="6000" dirty="0"/>
              <a:t>這次品格孝親營</a:t>
            </a:r>
          </a:p>
          <a:p>
            <a:pPr algn="ctr"/>
            <a:r>
              <a:rPr lang="zh-TW" altLang="en-US" sz="6000" dirty="0"/>
              <a:t>第一小隊一定贏</a:t>
            </a:r>
          </a:p>
        </p:txBody>
      </p:sp>
    </p:spTree>
    <p:extLst>
      <p:ext uri="{BB962C8B-B14F-4D97-AF65-F5344CB8AC3E}">
        <p14:creationId xmlns:p14="http://schemas.microsoft.com/office/powerpoint/2010/main" val="64288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標楷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</TotalTime>
  <Words>45</Words>
  <Application>Microsoft Office PowerPoint</Application>
  <PresentationFormat>A4 紙張 (210x297 公釐)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3" baseType="lpstr"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1</cp:revision>
  <cp:lastPrinted>2023-06-30T08:49:45Z</cp:lastPrinted>
  <dcterms:created xsi:type="dcterms:W3CDTF">2023-06-30T08:45:02Z</dcterms:created>
  <dcterms:modified xsi:type="dcterms:W3CDTF">2023-06-30T08:52:31Z</dcterms:modified>
</cp:coreProperties>
</file>