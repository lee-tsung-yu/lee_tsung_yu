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66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76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89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23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9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62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85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92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03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04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64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CFEC-5784-4E44-BC80-1C7CA63D8DF0}" type="datetimeFigureOut">
              <a:rPr lang="zh-TW" altLang="en-US" smtClean="0"/>
              <a:t>2023/7/3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A4B86-7BF8-4BA0-9596-8F46BFE3B3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17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D1F71CB-BE11-E388-1BB6-C95B3EDEFA45}"/>
              </a:ext>
            </a:extLst>
          </p:cNvPr>
          <p:cNvSpPr txBox="1"/>
          <p:nvPr/>
        </p:nvSpPr>
        <p:spPr>
          <a:xfrm>
            <a:off x="154336" y="522194"/>
            <a:ext cx="6832640" cy="886161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【</a:t>
            </a: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心規七律</a:t>
            </a:r>
            <a:r>
              <a:rPr lang="en-US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】</a:t>
            </a: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大眾否有常犯</a:t>
            </a:r>
            <a:endParaRPr lang="en-US" altLang="zh-TW" sz="3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一犯　無明嗔起　爭吵喝斥　應以忍辱律</a:t>
            </a: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二犯　公心時無　利己含私　應以大我律</a:t>
            </a: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三犯　沒人看見　不肯老實　應以精進律</a:t>
            </a: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四犯　邪念習氣　初衷易失　應以真理律</a:t>
            </a: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五犯　執著名相　有為成痴　應以智慧律</a:t>
            </a:r>
          </a:p>
          <a:p>
            <a:pPr>
              <a:lnSpc>
                <a:spcPct val="150000"/>
              </a:lnSpc>
            </a:pP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六犯　推卸責任　忘眾生事　應以重道律</a:t>
            </a:r>
          </a:p>
          <a:p>
            <a:pPr>
              <a:lnSpc>
                <a:spcPct val="150000"/>
              </a:lnSpc>
            </a:pPr>
            <a:r>
              <a:rPr lang="zh-TW" altLang="zh-TW" sz="36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七犯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</a:t>
            </a:r>
            <a:r>
              <a:rPr lang="zh-TW" altLang="zh-TW" sz="36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是非兩舌　造過不知　應以因果律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9429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</TotalTime>
  <Words>93</Words>
  <Application>Microsoft Office PowerPoint</Application>
  <PresentationFormat>A4 紙張 (210x297 公釐)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1</cp:revision>
  <dcterms:created xsi:type="dcterms:W3CDTF">2023-07-03T14:34:18Z</dcterms:created>
  <dcterms:modified xsi:type="dcterms:W3CDTF">2023-07-03T14:42:34Z</dcterms:modified>
</cp:coreProperties>
</file>